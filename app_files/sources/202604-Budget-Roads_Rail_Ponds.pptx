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7" r:id="rId5"/>
    <p:sldId id="258" r:id="rId6"/>
    <p:sldId id="259" r:id="rId7"/>
    <p:sldId id="260" r:id="rId8"/>
  </p:sldIdLst>
  <p:sldSz cx="12192000" cy="6858000"/>
  <p:notesSz cx="7010400" cy="92964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1176DF0-C483-8B72-C4F3-915E3C094A2F}" name="Emily Grabe" initials="" userId="S::emily.grabe@h2greensteel.com::2fecea2e-6d87-4812-9a52-b8ce79e2b5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278" autoAdjust="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5" d="100"/>
          <a:sy n="115" d="100"/>
        </p:scale>
        <p:origin x="315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ger Campbell" userId="e8d99ae5-c7be-4f60-8490-cb7d8c8455a0" providerId="ADAL" clId="{108446FC-3B7B-4BEE-BC59-DD60C9CBB5A0}"/>
    <pc:docChg chg="undo redo custSel addSld delSld modSld sldOrd modNotesMaster modHandout">
      <pc:chgData name="Roger Campbell" userId="e8d99ae5-c7be-4f60-8490-cb7d8c8455a0" providerId="ADAL" clId="{108446FC-3B7B-4BEE-BC59-DD60C9CBB5A0}" dt="2026-04-29T09:16:53.650" v="864"/>
      <pc:docMkLst>
        <pc:docMk/>
      </pc:docMkLst>
      <pc:sldChg chg="modSp mod">
        <pc:chgData name="Roger Campbell" userId="e8d99ae5-c7be-4f60-8490-cb7d8c8455a0" providerId="ADAL" clId="{108446FC-3B7B-4BEE-BC59-DD60C9CBB5A0}" dt="2026-04-22T13:00:10.330" v="260" actId="20577"/>
        <pc:sldMkLst>
          <pc:docMk/>
          <pc:sldMk cId="4106827296" sldId="257"/>
        </pc:sldMkLst>
        <pc:spChg chg="mod">
          <ac:chgData name="Roger Campbell" userId="e8d99ae5-c7be-4f60-8490-cb7d8c8455a0" providerId="ADAL" clId="{108446FC-3B7B-4BEE-BC59-DD60C9CBB5A0}" dt="2026-04-22T13:00:10.330" v="260" actId="20577"/>
          <ac:spMkLst>
            <pc:docMk/>
            <pc:sldMk cId="4106827296" sldId="257"/>
            <ac:spMk id="6" creationId="{654D1DCB-062F-C914-5608-3038260F51C9}"/>
          </ac:spMkLst>
        </pc:spChg>
      </pc:sldChg>
      <pc:sldChg chg="addSp delSp modSp mod">
        <pc:chgData name="Roger Campbell" userId="e8d99ae5-c7be-4f60-8490-cb7d8c8455a0" providerId="ADAL" clId="{108446FC-3B7B-4BEE-BC59-DD60C9CBB5A0}" dt="2026-04-27T13:54:19.203" v="862" actId="20577"/>
        <pc:sldMkLst>
          <pc:docMk/>
          <pc:sldMk cId="1967756456" sldId="258"/>
        </pc:sldMkLst>
        <pc:spChg chg="mod">
          <ac:chgData name="Roger Campbell" userId="e8d99ae5-c7be-4f60-8490-cb7d8c8455a0" providerId="ADAL" clId="{108446FC-3B7B-4BEE-BC59-DD60C9CBB5A0}" dt="2026-04-22T13:00:17.537" v="261"/>
          <ac:spMkLst>
            <pc:docMk/>
            <pc:sldMk cId="1967756456" sldId="258"/>
            <ac:spMk id="36" creationId="{AA61E348-DAD6-77B6-F570-3501D13CD593}"/>
          </ac:spMkLst>
        </pc:spChg>
        <pc:spChg chg="mod">
          <ac:chgData name="Roger Campbell" userId="e8d99ae5-c7be-4f60-8490-cb7d8c8455a0" providerId="ADAL" clId="{108446FC-3B7B-4BEE-BC59-DD60C9CBB5A0}" dt="2026-04-27T13:54:19.203" v="862" actId="20577"/>
          <ac:spMkLst>
            <pc:docMk/>
            <pc:sldMk cId="1967756456" sldId="258"/>
            <ac:spMk id="38" creationId="{AF0FAB6E-9A0D-B920-FC98-CF0735643B19}"/>
          </ac:spMkLst>
        </pc:spChg>
        <pc:spChg chg="mod">
          <ac:chgData name="Roger Campbell" userId="e8d99ae5-c7be-4f60-8490-cb7d8c8455a0" providerId="ADAL" clId="{108446FC-3B7B-4BEE-BC59-DD60C9CBB5A0}" dt="2026-04-22T13:18:03.615" v="697" actId="20577"/>
          <ac:spMkLst>
            <pc:docMk/>
            <pc:sldMk cId="1967756456" sldId="258"/>
            <ac:spMk id="39" creationId="{27C22B35-FE7B-1942-163A-E30A373B384A}"/>
          </ac:spMkLst>
        </pc:spChg>
        <pc:spChg chg="add mod">
          <ac:chgData name="Roger Campbell" userId="e8d99ae5-c7be-4f60-8490-cb7d8c8455a0" providerId="ADAL" clId="{108446FC-3B7B-4BEE-BC59-DD60C9CBB5A0}" dt="2026-04-22T13:05:32.715" v="363" actId="1076"/>
          <ac:spMkLst>
            <pc:docMk/>
            <pc:sldMk cId="1967756456" sldId="258"/>
            <ac:spMk id="44" creationId="{84C1F2AB-88D5-A5F1-D4B2-6EE90E65E2F0}"/>
          </ac:spMkLst>
        </pc:spChg>
        <pc:spChg chg="add mod">
          <ac:chgData name="Roger Campbell" userId="e8d99ae5-c7be-4f60-8490-cb7d8c8455a0" providerId="ADAL" clId="{108446FC-3B7B-4BEE-BC59-DD60C9CBB5A0}" dt="2026-04-22T13:05:32.715" v="363" actId="1076"/>
          <ac:spMkLst>
            <pc:docMk/>
            <pc:sldMk cId="1967756456" sldId="258"/>
            <ac:spMk id="45" creationId="{38EE6730-6320-6162-524E-8F8200929AB4}"/>
          </ac:spMkLst>
        </pc:spChg>
        <pc:graphicFrameChg chg="mod modGraphic">
          <ac:chgData name="Roger Campbell" userId="e8d99ae5-c7be-4f60-8490-cb7d8c8455a0" providerId="ADAL" clId="{108446FC-3B7B-4BEE-BC59-DD60C9CBB5A0}" dt="2026-04-22T13:21:32.843" v="715"/>
          <ac:graphicFrameMkLst>
            <pc:docMk/>
            <pc:sldMk cId="1967756456" sldId="258"/>
            <ac:graphicFrameMk id="27" creationId="{9E0B6897-EFC0-317D-B7F1-965DDA3C8087}"/>
          </ac:graphicFrameMkLst>
        </pc:graphicFrameChg>
        <pc:picChg chg="add mod modCrop">
          <ac:chgData name="Roger Campbell" userId="e8d99ae5-c7be-4f60-8490-cb7d8c8455a0" providerId="ADAL" clId="{108446FC-3B7B-4BEE-BC59-DD60C9CBB5A0}" dt="2026-04-22T13:07:04.323" v="402" actId="14100"/>
          <ac:picMkLst>
            <pc:docMk/>
            <pc:sldMk cId="1967756456" sldId="258"/>
            <ac:picMk id="42" creationId="{5BAE2720-F367-E37B-E61A-53C15646B4BA}"/>
          </ac:picMkLst>
        </pc:picChg>
        <pc:picChg chg="add mod">
          <ac:chgData name="Roger Campbell" userId="e8d99ae5-c7be-4f60-8490-cb7d8c8455a0" providerId="ADAL" clId="{108446FC-3B7B-4BEE-BC59-DD60C9CBB5A0}" dt="2026-04-22T13:05:32.715" v="363" actId="1076"/>
          <ac:picMkLst>
            <pc:docMk/>
            <pc:sldMk cId="1967756456" sldId="258"/>
            <ac:picMk id="43" creationId="{29ABF1A6-2ADE-E274-AD1A-3900621DB156}"/>
          </ac:picMkLst>
        </pc:picChg>
        <pc:cxnChg chg="add mod">
          <ac:chgData name="Roger Campbell" userId="e8d99ae5-c7be-4f60-8490-cb7d8c8455a0" providerId="ADAL" clId="{108446FC-3B7B-4BEE-BC59-DD60C9CBB5A0}" dt="2026-04-22T13:05:32.715" v="363" actId="1076"/>
          <ac:cxnSpMkLst>
            <pc:docMk/>
            <pc:sldMk cId="1967756456" sldId="258"/>
            <ac:cxnSpMk id="47" creationId="{436DFE61-A4FA-0A6F-5E73-E21ED579A46D}"/>
          </ac:cxnSpMkLst>
        </pc:cxnChg>
      </pc:sldChg>
      <pc:sldChg chg="addSp delSp modSp add mod">
        <pc:chgData name="Roger Campbell" userId="e8d99ae5-c7be-4f60-8490-cb7d8c8455a0" providerId="ADAL" clId="{108446FC-3B7B-4BEE-BC59-DD60C9CBB5A0}" dt="2026-04-23T12:19:26.644" v="848" actId="1036"/>
        <pc:sldMkLst>
          <pc:docMk/>
          <pc:sldMk cId="2250486273" sldId="259"/>
        </pc:sldMkLst>
        <pc:spChg chg="add mod">
          <ac:chgData name="Roger Campbell" userId="e8d99ae5-c7be-4f60-8490-cb7d8c8455a0" providerId="ADAL" clId="{108446FC-3B7B-4BEE-BC59-DD60C9CBB5A0}" dt="2026-04-23T12:19:20.297" v="817" actId="20577"/>
          <ac:spMkLst>
            <pc:docMk/>
            <pc:sldMk cId="2250486273" sldId="259"/>
            <ac:spMk id="7" creationId="{775EE562-6655-E8BC-C876-2BBFF2D14284}"/>
          </ac:spMkLst>
        </pc:spChg>
        <pc:spChg chg="mod">
          <ac:chgData name="Roger Campbell" userId="e8d99ae5-c7be-4f60-8490-cb7d8c8455a0" providerId="ADAL" clId="{108446FC-3B7B-4BEE-BC59-DD60C9CBB5A0}" dt="2026-04-22T11:20:55.201" v="87" actId="20577"/>
          <ac:spMkLst>
            <pc:docMk/>
            <pc:sldMk cId="2250486273" sldId="259"/>
            <ac:spMk id="35" creationId="{B9634CE7-F091-AFB3-5BFD-4180181214F3}"/>
          </ac:spMkLst>
        </pc:spChg>
        <pc:spChg chg="mod">
          <ac:chgData name="Roger Campbell" userId="e8d99ae5-c7be-4f60-8490-cb7d8c8455a0" providerId="ADAL" clId="{108446FC-3B7B-4BEE-BC59-DD60C9CBB5A0}" dt="2026-04-22T13:00:19.677" v="262"/>
          <ac:spMkLst>
            <pc:docMk/>
            <pc:sldMk cId="2250486273" sldId="259"/>
            <ac:spMk id="36" creationId="{77EB96E4-00D9-03C8-1D14-7BEEC97656E6}"/>
          </ac:spMkLst>
        </pc:spChg>
        <pc:spChg chg="mod">
          <ac:chgData name="Roger Campbell" userId="e8d99ae5-c7be-4f60-8490-cb7d8c8455a0" providerId="ADAL" clId="{108446FC-3B7B-4BEE-BC59-DD60C9CBB5A0}" dt="2026-04-22T13:17:58.604" v="696" actId="20577"/>
          <ac:spMkLst>
            <pc:docMk/>
            <pc:sldMk cId="2250486273" sldId="259"/>
            <ac:spMk id="39" creationId="{2777EDA4-344B-3330-4500-48C5F96655D7}"/>
          </ac:spMkLst>
        </pc:spChg>
        <pc:graphicFrameChg chg="modGraphic">
          <ac:chgData name="Roger Campbell" userId="e8d99ae5-c7be-4f60-8490-cb7d8c8455a0" providerId="ADAL" clId="{108446FC-3B7B-4BEE-BC59-DD60C9CBB5A0}" dt="2026-04-22T12:09:32.234" v="138"/>
          <ac:graphicFrameMkLst>
            <pc:docMk/>
            <pc:sldMk cId="2250486273" sldId="259"/>
            <ac:graphicFrameMk id="27" creationId="{F9436768-BCA3-4ACC-1DFD-57BA8F355EC1}"/>
          </ac:graphicFrameMkLst>
        </pc:graphicFrameChg>
        <pc:picChg chg="add mod">
          <ac:chgData name="Roger Campbell" userId="e8d99ae5-c7be-4f60-8490-cb7d8c8455a0" providerId="ADAL" clId="{108446FC-3B7B-4BEE-BC59-DD60C9CBB5A0}" dt="2026-04-23T12:19:26.644" v="848" actId="1036"/>
          <ac:picMkLst>
            <pc:docMk/>
            <pc:sldMk cId="2250486273" sldId="259"/>
            <ac:picMk id="3" creationId="{D088CC9D-9C8B-F4E4-90A6-56B6FF0F7344}"/>
          </ac:picMkLst>
        </pc:picChg>
        <pc:picChg chg="add mod">
          <ac:chgData name="Roger Campbell" userId="e8d99ae5-c7be-4f60-8490-cb7d8c8455a0" providerId="ADAL" clId="{108446FC-3B7B-4BEE-BC59-DD60C9CBB5A0}" dt="2026-04-22T13:05:58.295" v="369"/>
          <ac:picMkLst>
            <pc:docMk/>
            <pc:sldMk cId="2250486273" sldId="259"/>
            <ac:picMk id="10" creationId="{12206377-B4F7-6003-C4DB-E0E8A3553821}"/>
          </ac:picMkLst>
        </pc:picChg>
      </pc:sldChg>
      <pc:sldChg chg="addSp delSp modSp add mod ord">
        <pc:chgData name="Roger Campbell" userId="e8d99ae5-c7be-4f60-8490-cb7d8c8455a0" providerId="ADAL" clId="{108446FC-3B7B-4BEE-BC59-DD60C9CBB5A0}" dt="2026-04-29T09:16:53.650" v="864"/>
        <pc:sldMkLst>
          <pc:docMk/>
          <pc:sldMk cId="574767307" sldId="260"/>
        </pc:sldMkLst>
        <pc:spChg chg="add mod">
          <ac:chgData name="Roger Campbell" userId="e8d99ae5-c7be-4f60-8490-cb7d8c8455a0" providerId="ADAL" clId="{108446FC-3B7B-4BEE-BC59-DD60C9CBB5A0}" dt="2026-04-22T13:10:25.158" v="561" actId="20577"/>
          <ac:spMkLst>
            <pc:docMk/>
            <pc:sldMk cId="574767307" sldId="260"/>
            <ac:spMk id="10" creationId="{760F68C4-A327-D32F-31A8-EFA15D80CDBD}"/>
          </ac:spMkLst>
        </pc:spChg>
        <pc:spChg chg="mod">
          <ac:chgData name="Roger Campbell" userId="e8d99ae5-c7be-4f60-8490-cb7d8c8455a0" providerId="ADAL" clId="{108446FC-3B7B-4BEE-BC59-DD60C9CBB5A0}" dt="2026-04-22T11:21:03.720" v="95" actId="20577"/>
          <ac:spMkLst>
            <pc:docMk/>
            <pc:sldMk cId="574767307" sldId="260"/>
            <ac:spMk id="35" creationId="{2C2A4348-B9B7-479E-78EB-FBC9AFCE44F5}"/>
          </ac:spMkLst>
        </pc:spChg>
        <pc:spChg chg="mod">
          <ac:chgData name="Roger Campbell" userId="e8d99ae5-c7be-4f60-8490-cb7d8c8455a0" providerId="ADAL" clId="{108446FC-3B7B-4BEE-BC59-DD60C9CBB5A0}" dt="2026-04-22T13:00:22.052" v="263"/>
          <ac:spMkLst>
            <pc:docMk/>
            <pc:sldMk cId="574767307" sldId="260"/>
            <ac:spMk id="36" creationId="{1289D627-AC0C-2B07-D23C-7B7185F3F6AE}"/>
          </ac:spMkLst>
        </pc:spChg>
        <pc:spChg chg="mod">
          <ac:chgData name="Roger Campbell" userId="e8d99ae5-c7be-4f60-8490-cb7d8c8455a0" providerId="ADAL" clId="{108446FC-3B7B-4BEE-BC59-DD60C9CBB5A0}" dt="2026-04-22T13:18:10.853" v="711" actId="20577"/>
          <ac:spMkLst>
            <pc:docMk/>
            <pc:sldMk cId="574767307" sldId="260"/>
            <ac:spMk id="39" creationId="{4A783F67-C11A-F7EE-5BCA-A55A04FD3084}"/>
          </ac:spMkLst>
        </pc:spChg>
        <pc:graphicFrameChg chg="modGraphic">
          <ac:chgData name="Roger Campbell" userId="e8d99ae5-c7be-4f60-8490-cb7d8c8455a0" providerId="ADAL" clId="{108446FC-3B7B-4BEE-BC59-DD60C9CBB5A0}" dt="2026-04-22T12:08:42.422" v="130"/>
          <ac:graphicFrameMkLst>
            <pc:docMk/>
            <pc:sldMk cId="574767307" sldId="260"/>
            <ac:graphicFrameMk id="27" creationId="{81CF682A-F720-152D-A486-F83D07E9C259}"/>
          </ac:graphicFrameMkLst>
        </pc:graphicFrameChg>
        <pc:picChg chg="add mod">
          <ac:chgData name="Roger Campbell" userId="e8d99ae5-c7be-4f60-8490-cb7d8c8455a0" providerId="ADAL" clId="{108446FC-3B7B-4BEE-BC59-DD60C9CBB5A0}" dt="2026-04-22T13:06:35.076" v="379" actId="1076"/>
          <ac:picMkLst>
            <pc:docMk/>
            <pc:sldMk cId="574767307" sldId="260"/>
            <ac:picMk id="4" creationId="{14CEB079-D924-2C86-268F-2ECFA17FE5FB}"/>
          </ac:picMkLst>
        </pc:picChg>
        <pc:picChg chg="add mod">
          <ac:chgData name="Roger Campbell" userId="e8d99ae5-c7be-4f60-8490-cb7d8c8455a0" providerId="ADAL" clId="{108446FC-3B7B-4BEE-BC59-DD60C9CBB5A0}" dt="2026-04-22T13:06:43.716" v="383" actId="1076"/>
          <ac:picMkLst>
            <pc:docMk/>
            <pc:sldMk cId="574767307" sldId="260"/>
            <ac:picMk id="9" creationId="{4C98D4FF-DEE8-0564-0598-F0392C40BB3D}"/>
          </ac:picMkLst>
        </pc:picChg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Sheet1!$A$2:$A$11</cx:f>
        <cx:lvl ptCount="10">
          <cx:pt idx="0">"Baseline" Control Budget</cx:pt>
          <cx:pt idx="1">HMP Electrolyzer - Asphalt</cx:pt>
          <cx:pt idx="2">Current Budget</cx:pt>
          <cx:pt idx="3">Deviation (COs)</cx:pt>
          <cx:pt idx="4">Committed Value</cx:pt>
          <cx:pt idx="5">Vulnerabilities for full scope</cx:pt>
          <cx:pt idx="6">Opportunities*</cx:pt>
          <cx:pt idx="7">EAC</cx:pt>
          <cx:pt idx="8">VOWD</cx:pt>
          <cx:pt idx="9">ETC</cx:pt>
        </cx:lvl>
      </cx:strDim>
      <cx:numDim type="val">
        <cx:f>Sheet1!$B$2:$B$11</cx:f>
        <cx:lvl ptCount="10" formatCode="General">
          <cx:pt idx="0">6.3510999999999997</cx:pt>
          <cx:pt idx="1">-1.60809</cx:pt>
          <cx:pt idx="2">4.7430099999999999</cx:pt>
          <cx:pt idx="3">6.0002230000000001</cx:pt>
          <cx:pt idx="4">10.743233</cx:pt>
          <cx:pt idx="5">48.257196999999998</cx:pt>
          <cx:pt idx="6">0</cx:pt>
          <cx:pt idx="7">59.000429999999994</cx:pt>
          <cx:pt idx="8">-10.743233</cx:pt>
          <cx:pt idx="9">48.257196999999991</cx:pt>
        </cx:lvl>
      </cx:numDim>
    </cx:data>
  </cx:chartData>
  <cx:chart>
    <cx:plotArea>
      <cx:plotAreaRegion>
        <cx:series layoutId="waterfall" uniqueId="{4435CDCC-6DDC-4A6D-BCFC-BCFA435A0F95}">
          <cx:tx>
            <cx:txData>
              <cx:f>Sheet1!$B$1</cx:f>
              <cx:v>Roads</cx:v>
            </cx:txData>
          </cx:tx>
          <cx:dataPt idx="0">
            <cx:spPr>
              <a:solidFill>
                <a:srgbClr val="D782FF"/>
              </a:solidFill>
            </cx:spPr>
          </cx:dataPt>
          <cx:dataPt idx="1">
            <cx:spPr>
              <a:solidFill>
                <a:srgbClr val="C80000"/>
              </a:solidFill>
            </cx:spPr>
          </cx:dataPt>
          <cx:dataPt idx="3">
            <cx:spPr>
              <a:solidFill>
                <a:srgbClr val="007341"/>
              </a:solidFill>
            </cx:spPr>
          </cx:dataPt>
          <cx:dataPt idx="4">
            <cx:spPr>
              <a:solidFill>
                <a:srgbClr val="D782FF"/>
              </a:solidFill>
            </cx:spPr>
          </cx:dataPt>
          <cx:dataPt idx="5">
            <cx:spPr>
              <a:solidFill>
                <a:srgbClr val="007341"/>
              </a:solidFill>
            </cx:spPr>
          </cx:dataPt>
          <cx:dataPt idx="6">
            <cx:spPr>
              <a:solidFill>
                <a:srgbClr val="C80000"/>
              </a:solidFill>
            </cx:spPr>
          </cx:dataPt>
          <cx:dataPt idx="8">
            <cx:spPr>
              <a:solidFill>
                <a:srgbClr val="C80000"/>
              </a:solidFill>
            </cx:spPr>
          </cx:dataPt>
          <cx:dataLabels pos="outEnd">
            <cx:numFmt formatCode="#,##0.00_);(#,##0.00)" sourceLinked="0"/>
            <cx:visibility seriesName="0" categoryName="0" value="1"/>
            <cx:separator>, </cx:separator>
          </cx:dataLabels>
          <cx:dataId val="0"/>
          <cx:layoutPr>
            <cx:subtotals>
              <cx:idx val="0"/>
              <cx:idx val="2"/>
              <cx:idx val="4"/>
              <cx:idx val="7"/>
              <cx:idx val="9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600">
                <a:ln>
                  <a:noFill/>
                </a:ln>
              </a:defRPr>
            </a:pPr>
            <a:endParaRPr lang="en-US" sz="600" b="0" i="0" u="none" strike="noStrike" baseline="0">
              <a:ln>
                <a:noFill/>
              </a:ln>
              <a:solidFill>
                <a:srgbClr val="151515">
                  <a:lumMod val="65000"/>
                  <a:lumOff val="35000"/>
                </a:srgbClr>
              </a:solidFill>
              <a:latin typeface="ReformativeOffc"/>
            </a:endParaRPr>
          </a:p>
        </cx:txPr>
      </cx:axis>
      <cx:axis id="1">
        <cx:valScaling/>
        <cx:majorGridlines/>
        <cx:tickLabels/>
      </cx:axis>
    </cx:plotArea>
  </cx:chart>
  <cx:fmtOvrs>
    <cx:fmtOvr idx="0">
      <cx:spPr>
        <a:solidFill>
          <a:srgbClr val="007341"/>
        </a:solidFill>
      </cx:spPr>
    </cx:fmtOvr>
    <cx:fmtOvr idx="1">
      <cx:spPr>
        <a:solidFill>
          <a:srgbClr val="C80000"/>
        </a:solidFill>
      </cx:spPr>
    </cx:fmtOvr>
  </cx:fmtOvrs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Sheet1!$A$2:$A$11</cx:f>
        <cx:lvl ptCount="10">
          <cx:pt idx="0">"Baseline" Control Budget</cx:pt>
          <cx:pt idx="1">Earthworks</cx:pt>
          <cx:pt idx="2">Current Budget</cx:pt>
          <cx:pt idx="3">Deviation (COs)</cx:pt>
          <cx:pt idx="4">Committed Value</cx:pt>
          <cx:pt idx="5">Vulnerabilities for full scope</cx:pt>
          <cx:pt idx="6">Opportunities</cx:pt>
          <cx:pt idx="7">EAC</cx:pt>
          <cx:pt idx="8">VOWD*</cx:pt>
          <cx:pt idx="9">ETC</cx:pt>
        </cx:lvl>
      </cx:strDim>
      <cx:numDim type="val">
        <cx:f>Sheet1!$B$2:$B$11</cx:f>
        <cx:lvl ptCount="10" formatCode="General">
          <cx:pt idx="0">43.506343999999999</cx:pt>
          <cx:pt idx="1">3.9628730000000001</cx:pt>
          <cx:pt idx="2">47.469217</cx:pt>
          <cx:pt idx="3">1.664585</cx:pt>
          <cx:pt idx="4">49.133802000000003</cx:pt>
          <cx:pt idx="5">24.223078000000001</cx:pt>
          <cx:pt idx="6">-6.515549</cx:pt>
          <cx:pt idx="7">66.841330999999997</cx:pt>
          <cx:pt idx="8">-30.095994999999998</cx:pt>
          <cx:pt idx="9">36.745335999999995</cx:pt>
        </cx:lvl>
      </cx:numDim>
    </cx:data>
  </cx:chartData>
  <cx:chart>
    <cx:plotArea>
      <cx:plotAreaRegion>
        <cx:series layoutId="waterfall" uniqueId="{4435CDCC-6DDC-4A6D-BCFC-BCFA435A0F95}">
          <cx:tx>
            <cx:txData>
              <cx:f>Sheet1!$B$1</cx:f>
              <cx:v>Roads</cx:v>
            </cx:txData>
          </cx:tx>
          <cx:dataPt idx="0">
            <cx:spPr>
              <a:solidFill>
                <a:srgbClr val="D782FF"/>
              </a:solidFill>
            </cx:spPr>
          </cx:dataPt>
          <cx:dataPt idx="1">
            <cx:spPr>
              <a:solidFill>
                <a:srgbClr val="007341"/>
              </a:solidFill>
            </cx:spPr>
          </cx:dataPt>
          <cx:dataPt idx="3">
            <cx:spPr>
              <a:solidFill>
                <a:srgbClr val="007341"/>
              </a:solidFill>
            </cx:spPr>
          </cx:dataPt>
          <cx:dataPt idx="4">
            <cx:spPr>
              <a:solidFill>
                <a:srgbClr val="D782FF"/>
              </a:solidFill>
            </cx:spPr>
          </cx:dataPt>
          <cx:dataPt idx="5">
            <cx:spPr>
              <a:solidFill>
                <a:srgbClr val="007341"/>
              </a:solidFill>
            </cx:spPr>
          </cx:dataPt>
          <cx:dataPt idx="6">
            <cx:spPr>
              <a:solidFill>
                <a:srgbClr val="C80000"/>
              </a:solidFill>
            </cx:spPr>
          </cx:dataPt>
          <cx:dataPt idx="8">
            <cx:spPr>
              <a:solidFill>
                <a:srgbClr val="C80000"/>
              </a:solidFill>
            </cx:spPr>
          </cx:dataPt>
          <cx:dataLabels pos="outEnd">
            <cx:numFmt formatCode="#,##0.00_);(#,##0.00)" sourceLinked="0"/>
            <cx:visibility seriesName="0" categoryName="0" value="1"/>
            <cx:separator>, </cx:separator>
          </cx:dataLabels>
          <cx:dataId val="0"/>
          <cx:layoutPr>
            <cx:subtotals>
              <cx:idx val="0"/>
              <cx:idx val="2"/>
              <cx:idx val="4"/>
              <cx:idx val="7"/>
              <cx:idx val="9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600">
                <a:ln>
                  <a:noFill/>
                </a:ln>
              </a:defRPr>
            </a:pPr>
            <a:endParaRPr lang="en-US" sz="600" b="0" i="0" u="none" strike="noStrike" baseline="0">
              <a:ln>
                <a:noFill/>
              </a:ln>
              <a:solidFill>
                <a:srgbClr val="151515">
                  <a:lumMod val="65000"/>
                  <a:lumOff val="35000"/>
                </a:srgbClr>
              </a:solidFill>
              <a:latin typeface="ReformativeOffc"/>
            </a:endParaRPr>
          </a:p>
        </cx:txPr>
      </cx:axis>
      <cx:axis id="1">
        <cx:valScaling/>
        <cx:majorGridlines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Sheet1!$A$2:$A$11</cx:f>
        <cx:lvl ptCount="10">
          <cx:pt idx="0">"Baseline" Control Budget</cx:pt>
          <cx:pt idx="1">Budget Re-allocation</cx:pt>
          <cx:pt idx="2">Current Budget</cx:pt>
          <cx:pt idx="3">Deviation (COs)</cx:pt>
          <cx:pt idx="4">Committed Value</cx:pt>
          <cx:pt idx="5">Vulnerabilities for full scope</cx:pt>
          <cx:pt idx="6">Opportunities</cx:pt>
          <cx:pt idx="7">EAC</cx:pt>
          <cx:pt idx="8">VOWD</cx:pt>
          <cx:pt idx="9">ETC</cx:pt>
        </cx:lvl>
      </cx:strDim>
      <cx:numDim type="val">
        <cx:f>Sheet1!$B$2:$B$11</cx:f>
        <cx:lvl ptCount="10" formatCode="General">
          <cx:pt idx="0">9.1329010000000004</cx:pt>
          <cx:pt idx="1">0</cx:pt>
          <cx:pt idx="2">9.1329010000000004</cx:pt>
          <cx:pt idx="3">3.679316</cx:pt>
          <cx:pt idx="4">12.812217</cx:pt>
          <cx:pt idx="5">5.821466</cx:pt>
          <cx:pt idx="6">0</cx:pt>
          <cx:pt idx="7">18.633683000000001</cx:pt>
          <cx:pt idx="8">-11.58671</cx:pt>
          <cx:pt idx="9">7.0469730000000013</cx:pt>
        </cx:lvl>
      </cx:numDim>
    </cx:data>
  </cx:chartData>
  <cx:chart>
    <cx:plotArea>
      <cx:plotAreaRegion>
        <cx:series layoutId="waterfall" uniqueId="{4435CDCC-6DDC-4A6D-BCFC-BCFA435A0F95}">
          <cx:tx>
            <cx:txData>
              <cx:f>Sheet1!$B$1</cx:f>
              <cx:v>Roads</cx:v>
            </cx:txData>
          </cx:tx>
          <cx:dataPt idx="0">
            <cx:spPr>
              <a:solidFill>
                <a:srgbClr val="D782FF"/>
              </a:solidFill>
            </cx:spPr>
          </cx:dataPt>
          <cx:dataPt idx="1">
            <cx:spPr>
              <a:solidFill>
                <a:srgbClr val="007341"/>
              </a:solidFill>
            </cx:spPr>
          </cx:dataPt>
          <cx:dataPt idx="3">
            <cx:spPr>
              <a:solidFill>
                <a:srgbClr val="007341"/>
              </a:solidFill>
            </cx:spPr>
          </cx:dataPt>
          <cx:dataPt idx="4">
            <cx:spPr>
              <a:solidFill>
                <a:srgbClr val="D782FF"/>
              </a:solidFill>
            </cx:spPr>
          </cx:dataPt>
          <cx:dataPt idx="5">
            <cx:spPr>
              <a:solidFill>
                <a:srgbClr val="007341"/>
              </a:solidFill>
            </cx:spPr>
          </cx:dataPt>
          <cx:dataPt idx="6">
            <cx:spPr>
              <a:solidFill>
                <a:srgbClr val="C80000"/>
              </a:solidFill>
            </cx:spPr>
          </cx:dataPt>
          <cx:dataPt idx="8">
            <cx:spPr>
              <a:solidFill>
                <a:srgbClr val="C80000"/>
              </a:solidFill>
            </cx:spPr>
          </cx:dataPt>
          <cx:dataLabels pos="outEnd">
            <cx:numFmt formatCode="#,##0.00_);(#,##0.00)" sourceLinked="0"/>
            <cx:visibility seriesName="0" categoryName="0" value="1"/>
            <cx:separator>, </cx:separator>
          </cx:dataLabels>
          <cx:dataId val="0"/>
          <cx:layoutPr>
            <cx:subtotals>
              <cx:idx val="0"/>
              <cx:idx val="2"/>
              <cx:idx val="4"/>
              <cx:idx val="7"/>
              <cx:idx val="9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600">
                <a:ln>
                  <a:noFill/>
                </a:ln>
              </a:defRPr>
            </a:pPr>
            <a:endParaRPr lang="en-US" sz="600" b="0" i="0" u="none" strike="noStrike" baseline="0">
              <a:ln>
                <a:noFill/>
              </a:ln>
              <a:solidFill>
                <a:srgbClr val="151515">
                  <a:lumMod val="65000"/>
                  <a:lumOff val="35000"/>
                </a:srgbClr>
              </a:solidFill>
              <a:latin typeface="ReformativeOffc"/>
            </a:endParaRPr>
          </a:p>
        </cx:txPr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0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0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0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0D9353-2030-FA1C-3AB9-4552B2258D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C6166-FA1E-6BDD-AB79-E2A321E4EC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63E350B-D440-4DBB-A8C8-BC9A4D5ECAC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3706A-E16D-5C57-D3E8-F5E3569D22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86441-6CC6-1D10-BE9B-93D42143D9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06CEA1E-1029-4619-9428-11B79EE95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7934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4EC3967-908B-444F-9F2B-4A48E6C6F263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831EBDD-6E48-4C0A-BE02-8CEB6CEBD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5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1EBDD-6E48-4C0A-BE02-8CEB6CEBD7D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006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1EBDD-6E48-4C0A-BE02-8CEB6CEBD7D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819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0624F-3B1A-5819-EE8F-6C8A87C60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6DC25-82CA-7163-3E40-BEA55B965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BC2F1-712A-C159-34AF-E72C69BD0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3ACF3-F9BB-A318-A0FF-82409F972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1EBDD-6E48-4C0A-BE02-8CEB6CEBD7D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587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52496-D6A8-89B5-EB30-A267D680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EA9C0-5961-E2D3-1F9F-60B478A40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8419E-E9E1-26F5-6FED-49A76B01A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122DD-0A77-2634-2E71-42BB24F68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1EBDD-6E48-4C0A-BE02-8CEB6CEBD7D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824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 and white logotyp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EABCB3F5-F04F-40D1-51FC-DE381E6546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8000"/>
            <a:ext cx="12192000" cy="6894000"/>
          </a:xfrm>
          <a:custGeom>
            <a:avLst/>
            <a:gdLst>
              <a:gd name="connsiteX0" fmla="*/ 7481096 w 12192000"/>
              <a:gd name="connsiteY0" fmla="*/ 3317611 h 6894000"/>
              <a:gd name="connsiteX1" fmla="*/ 7481096 w 12192000"/>
              <a:gd name="connsiteY1" fmla="*/ 3344702 h 6894000"/>
              <a:gd name="connsiteX2" fmla="*/ 7366531 w 12192000"/>
              <a:gd name="connsiteY2" fmla="*/ 3447661 h 6894000"/>
              <a:gd name="connsiteX3" fmla="*/ 7293762 w 12192000"/>
              <a:gd name="connsiteY3" fmla="*/ 3391924 h 6894000"/>
              <a:gd name="connsiteX4" fmla="*/ 7375822 w 12192000"/>
              <a:gd name="connsiteY4" fmla="*/ 3327675 h 6894000"/>
              <a:gd name="connsiteX5" fmla="*/ 4872098 w 12192000"/>
              <a:gd name="connsiteY5" fmla="*/ 3224418 h 6894000"/>
              <a:gd name="connsiteX6" fmla="*/ 5099109 w 12192000"/>
              <a:gd name="connsiteY6" fmla="*/ 3494667 h 6894000"/>
              <a:gd name="connsiteX7" fmla="*/ 5099109 w 12192000"/>
              <a:gd name="connsiteY7" fmla="*/ 3224418 h 6894000"/>
              <a:gd name="connsiteX8" fmla="*/ 4342409 w 12192000"/>
              <a:gd name="connsiteY8" fmla="*/ 3224418 h 6894000"/>
              <a:gd name="connsiteX9" fmla="*/ 4342409 w 12192000"/>
              <a:gd name="connsiteY9" fmla="*/ 3494667 h 6894000"/>
              <a:gd name="connsiteX10" fmla="*/ 4569418 w 12192000"/>
              <a:gd name="connsiteY10" fmla="*/ 3224418 h 6894000"/>
              <a:gd name="connsiteX11" fmla="*/ 6726395 w 12192000"/>
              <a:gd name="connsiteY11" fmla="*/ 3166654 h 6894000"/>
              <a:gd name="connsiteX12" fmla="*/ 6847159 w 12192000"/>
              <a:gd name="connsiteY12" fmla="*/ 3298259 h 6894000"/>
              <a:gd name="connsiteX13" fmla="*/ 6726395 w 12192000"/>
              <a:gd name="connsiteY13" fmla="*/ 3430628 h 6894000"/>
              <a:gd name="connsiteX14" fmla="*/ 6602541 w 12192000"/>
              <a:gd name="connsiteY14" fmla="*/ 3298259 h 6894000"/>
              <a:gd name="connsiteX15" fmla="*/ 6726395 w 12192000"/>
              <a:gd name="connsiteY15" fmla="*/ 3166654 h 6894000"/>
              <a:gd name="connsiteX16" fmla="*/ 6303642 w 12192000"/>
              <a:gd name="connsiteY16" fmla="*/ 3165884 h 6894000"/>
              <a:gd name="connsiteX17" fmla="*/ 6425952 w 12192000"/>
              <a:gd name="connsiteY17" fmla="*/ 3275035 h 6894000"/>
              <a:gd name="connsiteX18" fmla="*/ 6179788 w 12192000"/>
              <a:gd name="connsiteY18" fmla="*/ 3275035 h 6894000"/>
              <a:gd name="connsiteX19" fmla="*/ 6303642 w 12192000"/>
              <a:gd name="connsiteY19" fmla="*/ 3165884 h 6894000"/>
              <a:gd name="connsiteX20" fmla="*/ 6990377 w 12192000"/>
              <a:gd name="connsiteY20" fmla="*/ 3117885 h 6894000"/>
              <a:gd name="connsiteX21" fmla="*/ 6990377 w 12192000"/>
              <a:gd name="connsiteY21" fmla="*/ 3494882 h 6894000"/>
              <a:gd name="connsiteX22" fmla="*/ 7052303 w 12192000"/>
              <a:gd name="connsiteY22" fmla="*/ 3494882 h 6894000"/>
              <a:gd name="connsiteX23" fmla="*/ 7052303 w 12192000"/>
              <a:gd name="connsiteY23" fmla="*/ 3257228 h 6894000"/>
              <a:gd name="connsiteX24" fmla="*/ 7142884 w 12192000"/>
              <a:gd name="connsiteY24" fmla="*/ 3179044 h 6894000"/>
              <a:gd name="connsiteX25" fmla="*/ 7194745 w 12192000"/>
              <a:gd name="connsiteY25" fmla="*/ 3179044 h 6894000"/>
              <a:gd name="connsiteX26" fmla="*/ 7194745 w 12192000"/>
              <a:gd name="connsiteY26" fmla="*/ 3117885 h 6894000"/>
              <a:gd name="connsiteX27" fmla="*/ 7142108 w 12192000"/>
              <a:gd name="connsiteY27" fmla="*/ 3117885 h 6894000"/>
              <a:gd name="connsiteX28" fmla="*/ 7054631 w 12192000"/>
              <a:gd name="connsiteY28" fmla="*/ 3177493 h 6894000"/>
              <a:gd name="connsiteX29" fmla="*/ 7047662 w 12192000"/>
              <a:gd name="connsiteY29" fmla="*/ 3177493 h 6894000"/>
              <a:gd name="connsiteX30" fmla="*/ 7047662 w 12192000"/>
              <a:gd name="connsiteY30" fmla="*/ 3117885 h 6894000"/>
              <a:gd name="connsiteX31" fmla="*/ 7394402 w 12192000"/>
              <a:gd name="connsiteY31" fmla="*/ 3110142 h 6894000"/>
              <a:gd name="connsiteX32" fmla="*/ 7236477 w 12192000"/>
              <a:gd name="connsiteY32" fmla="*/ 3203812 h 6894000"/>
              <a:gd name="connsiteX33" fmla="*/ 7289890 w 12192000"/>
              <a:gd name="connsiteY33" fmla="*/ 3234004 h 6894000"/>
              <a:gd name="connsiteX34" fmla="*/ 7395171 w 12192000"/>
              <a:gd name="connsiteY34" fmla="*/ 3165884 h 6894000"/>
              <a:gd name="connsiteX35" fmla="*/ 7481096 w 12192000"/>
              <a:gd name="connsiteY35" fmla="*/ 3251036 h 6894000"/>
              <a:gd name="connsiteX36" fmla="*/ 7481096 w 12192000"/>
              <a:gd name="connsiteY36" fmla="*/ 3267292 h 6894000"/>
              <a:gd name="connsiteX37" fmla="*/ 7371180 w 12192000"/>
              <a:gd name="connsiteY37" fmla="*/ 3277356 h 6894000"/>
              <a:gd name="connsiteX38" fmla="*/ 7231060 w 12192000"/>
              <a:gd name="connsiteY38" fmla="*/ 3395796 h 6894000"/>
              <a:gd name="connsiteX39" fmla="*/ 7346406 w 12192000"/>
              <a:gd name="connsiteY39" fmla="*/ 3503397 h 6894000"/>
              <a:gd name="connsiteX40" fmla="*/ 7477999 w 12192000"/>
              <a:gd name="connsiteY40" fmla="*/ 3425987 h 6894000"/>
              <a:gd name="connsiteX41" fmla="*/ 7483423 w 12192000"/>
              <a:gd name="connsiteY41" fmla="*/ 3425987 h 6894000"/>
              <a:gd name="connsiteX42" fmla="*/ 7483423 w 12192000"/>
              <a:gd name="connsiteY42" fmla="*/ 3429859 h 6894000"/>
              <a:gd name="connsiteX43" fmla="*/ 7548447 w 12192000"/>
              <a:gd name="connsiteY43" fmla="*/ 3494883 h 6894000"/>
              <a:gd name="connsiteX44" fmla="*/ 7588704 w 12192000"/>
              <a:gd name="connsiteY44" fmla="*/ 3494883 h 6894000"/>
              <a:gd name="connsiteX45" fmla="*/ 7588704 w 12192000"/>
              <a:gd name="connsiteY45" fmla="*/ 3437596 h 6894000"/>
              <a:gd name="connsiteX46" fmla="*/ 7543030 w 12192000"/>
              <a:gd name="connsiteY46" fmla="*/ 3437596 h 6894000"/>
              <a:gd name="connsiteX47" fmla="*/ 7543030 w 12192000"/>
              <a:gd name="connsiteY47" fmla="*/ 3250260 h 6894000"/>
              <a:gd name="connsiteX48" fmla="*/ 7394402 w 12192000"/>
              <a:gd name="connsiteY48" fmla="*/ 3110142 h 6894000"/>
              <a:gd name="connsiteX49" fmla="*/ 6303642 w 12192000"/>
              <a:gd name="connsiteY49" fmla="*/ 3110142 h 6894000"/>
              <a:gd name="connsiteX50" fmla="*/ 6117078 w 12192000"/>
              <a:gd name="connsiteY50" fmla="*/ 3306772 h 6894000"/>
              <a:gd name="connsiteX51" fmla="*/ 6307515 w 12192000"/>
              <a:gd name="connsiteY51" fmla="*/ 3503396 h 6894000"/>
              <a:gd name="connsiteX52" fmla="*/ 6478596 w 12192000"/>
              <a:gd name="connsiteY52" fmla="*/ 3413602 h 6894000"/>
              <a:gd name="connsiteX53" fmla="*/ 6426728 w 12192000"/>
              <a:gd name="connsiteY53" fmla="*/ 3380314 h 6894000"/>
              <a:gd name="connsiteX54" fmla="*/ 6308291 w 12192000"/>
              <a:gd name="connsiteY54" fmla="*/ 3446890 h 6894000"/>
              <a:gd name="connsiteX55" fmla="*/ 6179788 w 12192000"/>
              <a:gd name="connsiteY55" fmla="*/ 3326124 h 6894000"/>
              <a:gd name="connsiteX56" fmla="*/ 6487110 w 12192000"/>
              <a:gd name="connsiteY56" fmla="*/ 3326124 h 6894000"/>
              <a:gd name="connsiteX57" fmla="*/ 6487110 w 12192000"/>
              <a:gd name="connsiteY57" fmla="*/ 3289740 h 6894000"/>
              <a:gd name="connsiteX58" fmla="*/ 6303642 w 12192000"/>
              <a:gd name="connsiteY58" fmla="*/ 3110142 h 6894000"/>
              <a:gd name="connsiteX59" fmla="*/ 6714008 w 12192000"/>
              <a:gd name="connsiteY59" fmla="*/ 3109372 h 6894000"/>
              <a:gd name="connsiteX60" fmla="*/ 6539062 w 12192000"/>
              <a:gd name="connsiteY60" fmla="*/ 3298259 h 6894000"/>
              <a:gd name="connsiteX61" fmla="*/ 6714008 w 12192000"/>
              <a:gd name="connsiteY61" fmla="*/ 3487915 h 6894000"/>
              <a:gd name="connsiteX62" fmla="*/ 6837869 w 12192000"/>
              <a:gd name="connsiteY62" fmla="*/ 3423666 h 6894000"/>
              <a:gd name="connsiteX63" fmla="*/ 6846383 w 12192000"/>
              <a:gd name="connsiteY63" fmla="*/ 3423666 h 6894000"/>
              <a:gd name="connsiteX64" fmla="*/ 6846383 w 12192000"/>
              <a:gd name="connsiteY64" fmla="*/ 3586227 h 6894000"/>
              <a:gd name="connsiteX65" fmla="*/ 6597892 w 12192000"/>
              <a:gd name="connsiteY65" fmla="*/ 3586227 h 6894000"/>
              <a:gd name="connsiteX66" fmla="*/ 6597892 w 12192000"/>
              <a:gd name="connsiteY66" fmla="*/ 3643514 h 6894000"/>
              <a:gd name="connsiteX67" fmla="*/ 6781360 w 12192000"/>
              <a:gd name="connsiteY67" fmla="*/ 3643514 h 6894000"/>
              <a:gd name="connsiteX68" fmla="*/ 6908310 w 12192000"/>
              <a:gd name="connsiteY68" fmla="*/ 3511139 h 6894000"/>
              <a:gd name="connsiteX69" fmla="*/ 6908310 w 12192000"/>
              <a:gd name="connsiteY69" fmla="*/ 3117885 h 6894000"/>
              <a:gd name="connsiteX70" fmla="*/ 6847928 w 12192000"/>
              <a:gd name="connsiteY70" fmla="*/ 3117885 h 6894000"/>
              <a:gd name="connsiteX71" fmla="*/ 6847928 w 12192000"/>
              <a:gd name="connsiteY71" fmla="*/ 3175948 h 6894000"/>
              <a:gd name="connsiteX72" fmla="*/ 6839414 w 12192000"/>
              <a:gd name="connsiteY72" fmla="*/ 3175948 h 6894000"/>
              <a:gd name="connsiteX73" fmla="*/ 6714008 w 12192000"/>
              <a:gd name="connsiteY73" fmla="*/ 3109372 h 6894000"/>
              <a:gd name="connsiteX74" fmla="*/ 5911144 w 12192000"/>
              <a:gd name="connsiteY74" fmla="*/ 3014157 h 6894000"/>
              <a:gd name="connsiteX75" fmla="*/ 5911144 w 12192000"/>
              <a:gd name="connsiteY75" fmla="*/ 3117885 h 6894000"/>
              <a:gd name="connsiteX76" fmla="*/ 5841472 w 12192000"/>
              <a:gd name="connsiteY76" fmla="*/ 3117885 h 6894000"/>
              <a:gd name="connsiteX77" fmla="*/ 5841472 w 12192000"/>
              <a:gd name="connsiteY77" fmla="*/ 3175172 h 6894000"/>
              <a:gd name="connsiteX78" fmla="*/ 5911144 w 12192000"/>
              <a:gd name="connsiteY78" fmla="*/ 3175172 h 6894000"/>
              <a:gd name="connsiteX79" fmla="*/ 5911144 w 12192000"/>
              <a:gd name="connsiteY79" fmla="*/ 3406635 h 6894000"/>
              <a:gd name="connsiteX80" fmla="*/ 5999397 w 12192000"/>
              <a:gd name="connsiteY80" fmla="*/ 3494883 h 6894000"/>
              <a:gd name="connsiteX81" fmla="*/ 6078352 w 12192000"/>
              <a:gd name="connsiteY81" fmla="*/ 3494883 h 6894000"/>
              <a:gd name="connsiteX82" fmla="*/ 6078352 w 12192000"/>
              <a:gd name="connsiteY82" fmla="*/ 3437596 h 6894000"/>
              <a:gd name="connsiteX83" fmla="*/ 5973071 w 12192000"/>
              <a:gd name="connsiteY83" fmla="*/ 3437596 h 6894000"/>
              <a:gd name="connsiteX84" fmla="*/ 5973071 w 12192000"/>
              <a:gd name="connsiteY84" fmla="*/ 3175172 h 6894000"/>
              <a:gd name="connsiteX85" fmla="*/ 6078352 w 12192000"/>
              <a:gd name="connsiteY85" fmla="*/ 3175172 h 6894000"/>
              <a:gd name="connsiteX86" fmla="*/ 6078352 w 12192000"/>
              <a:gd name="connsiteY86" fmla="*/ 3117885 h 6894000"/>
              <a:gd name="connsiteX87" fmla="*/ 5973071 w 12192000"/>
              <a:gd name="connsiteY87" fmla="*/ 3117885 h 6894000"/>
              <a:gd name="connsiteX88" fmla="*/ 5973071 w 12192000"/>
              <a:gd name="connsiteY88" fmla="*/ 3014157 h 6894000"/>
              <a:gd name="connsiteX89" fmla="*/ 4607253 w 12192000"/>
              <a:gd name="connsiteY89" fmla="*/ 2954167 h 6894000"/>
              <a:gd name="connsiteX90" fmla="*/ 4569418 w 12192000"/>
              <a:gd name="connsiteY90" fmla="*/ 3224417 h 6894000"/>
              <a:gd name="connsiteX91" fmla="*/ 4872098 w 12192000"/>
              <a:gd name="connsiteY91" fmla="*/ 3224417 h 6894000"/>
              <a:gd name="connsiteX92" fmla="*/ 4834263 w 12192000"/>
              <a:gd name="connsiteY92" fmla="*/ 2954167 h 6894000"/>
              <a:gd name="connsiteX93" fmla="*/ 5575268 w 12192000"/>
              <a:gd name="connsiteY93" fmla="*/ 2944485 h 6894000"/>
              <a:gd name="connsiteX94" fmla="*/ 5373995 w 12192000"/>
              <a:gd name="connsiteY94" fmla="*/ 3093116 h 6894000"/>
              <a:gd name="connsiteX95" fmla="*/ 5531920 w 12192000"/>
              <a:gd name="connsiteY95" fmla="*/ 3237876 h 6894000"/>
              <a:gd name="connsiteX96" fmla="*/ 5624039 w 12192000"/>
              <a:gd name="connsiteY96" fmla="*/ 3254908 h 6894000"/>
              <a:gd name="connsiteX97" fmla="*/ 5740154 w 12192000"/>
              <a:gd name="connsiteY97" fmla="*/ 3345477 h 6894000"/>
              <a:gd name="connsiteX98" fmla="*/ 5593847 w 12192000"/>
              <a:gd name="connsiteY98" fmla="*/ 3443019 h 6894000"/>
              <a:gd name="connsiteX99" fmla="*/ 5420446 w 12192000"/>
              <a:gd name="connsiteY99" fmla="*/ 3309868 h 6894000"/>
              <a:gd name="connsiteX100" fmla="*/ 5354647 w 12192000"/>
              <a:gd name="connsiteY100" fmla="*/ 3329996 h 6894000"/>
              <a:gd name="connsiteX101" fmla="*/ 5592303 w 12192000"/>
              <a:gd name="connsiteY101" fmla="*/ 3503397 h 6894000"/>
              <a:gd name="connsiteX102" fmla="*/ 5805961 w 12192000"/>
              <a:gd name="connsiteY102" fmla="*/ 3344702 h 6894000"/>
              <a:gd name="connsiteX103" fmla="*/ 5637970 w 12192000"/>
              <a:gd name="connsiteY103" fmla="*/ 3190653 h 6894000"/>
              <a:gd name="connsiteX104" fmla="*/ 5545853 w 12192000"/>
              <a:gd name="connsiteY104" fmla="*/ 3174397 h 6894000"/>
              <a:gd name="connsiteX105" fmla="*/ 5440572 w 12192000"/>
              <a:gd name="connsiteY105" fmla="*/ 3090020 h 6894000"/>
              <a:gd name="connsiteX106" fmla="*/ 5575268 w 12192000"/>
              <a:gd name="connsiteY106" fmla="*/ 3004093 h 6894000"/>
              <a:gd name="connsiteX107" fmla="*/ 5736289 w 12192000"/>
              <a:gd name="connsiteY107" fmla="*/ 3110142 h 6894000"/>
              <a:gd name="connsiteX108" fmla="*/ 5801313 w 12192000"/>
              <a:gd name="connsiteY108" fmla="*/ 3088470 h 6894000"/>
              <a:gd name="connsiteX109" fmla="*/ 5575268 w 12192000"/>
              <a:gd name="connsiteY109" fmla="*/ 2944485 h 6894000"/>
              <a:gd name="connsiteX110" fmla="*/ 0 w 12192000"/>
              <a:gd name="connsiteY110" fmla="*/ 0 h 6894000"/>
              <a:gd name="connsiteX111" fmla="*/ 12192000 w 12192000"/>
              <a:gd name="connsiteY111" fmla="*/ 0 h 6894000"/>
              <a:gd name="connsiteX112" fmla="*/ 12192000 w 12192000"/>
              <a:gd name="connsiteY112" fmla="*/ 6894000 h 6894000"/>
              <a:gd name="connsiteX113" fmla="*/ 0 w 12192000"/>
              <a:gd name="connsiteY113" fmla="*/ 6894000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12192000" h="6894000">
                <a:moveTo>
                  <a:pt x="7481096" y="3317611"/>
                </a:moveTo>
                <a:lnTo>
                  <a:pt x="7481096" y="3344702"/>
                </a:lnTo>
                <a:cubicBezTo>
                  <a:pt x="7481096" y="3416699"/>
                  <a:pt x="7418392" y="3447661"/>
                  <a:pt x="7366531" y="3447661"/>
                </a:cubicBezTo>
                <a:cubicBezTo>
                  <a:pt x="7329371" y="3447661"/>
                  <a:pt x="7293762" y="3432179"/>
                  <a:pt x="7293762" y="3391924"/>
                </a:cubicBezTo>
                <a:cubicBezTo>
                  <a:pt x="7293762" y="3354765"/>
                  <a:pt x="7324730" y="3332317"/>
                  <a:pt x="7375822" y="3327675"/>
                </a:cubicBezTo>
                <a:close/>
                <a:moveTo>
                  <a:pt x="4872098" y="3224418"/>
                </a:moveTo>
                <a:cubicBezTo>
                  <a:pt x="4914186" y="3379529"/>
                  <a:pt x="4990069" y="3494667"/>
                  <a:pt x="5099109" y="3494667"/>
                </a:cubicBezTo>
                <a:lnTo>
                  <a:pt x="5099109" y="3224418"/>
                </a:lnTo>
                <a:close/>
                <a:moveTo>
                  <a:pt x="4342409" y="3224418"/>
                </a:moveTo>
                <a:lnTo>
                  <a:pt x="4342409" y="3494667"/>
                </a:lnTo>
                <a:cubicBezTo>
                  <a:pt x="4451447" y="3494667"/>
                  <a:pt x="4527330" y="3379529"/>
                  <a:pt x="4569418" y="3224418"/>
                </a:cubicBezTo>
                <a:close/>
                <a:moveTo>
                  <a:pt x="6726395" y="3166654"/>
                </a:moveTo>
                <a:cubicBezTo>
                  <a:pt x="6787553" y="3166654"/>
                  <a:pt x="6847159" y="3202267"/>
                  <a:pt x="6847159" y="3298259"/>
                </a:cubicBezTo>
                <a:cubicBezTo>
                  <a:pt x="6847159" y="3394245"/>
                  <a:pt x="6787553" y="3430628"/>
                  <a:pt x="6726395" y="3430628"/>
                </a:cubicBezTo>
                <a:cubicBezTo>
                  <a:pt x="6665244" y="3430628"/>
                  <a:pt x="6602541" y="3393475"/>
                  <a:pt x="6602541" y="3298259"/>
                </a:cubicBezTo>
                <a:cubicBezTo>
                  <a:pt x="6602541" y="3203038"/>
                  <a:pt x="6665244" y="3166654"/>
                  <a:pt x="6726395" y="3166654"/>
                </a:cubicBezTo>
                <a:close/>
                <a:moveTo>
                  <a:pt x="6303642" y="3165884"/>
                </a:moveTo>
                <a:cubicBezTo>
                  <a:pt x="6369442" y="3165884"/>
                  <a:pt x="6420534" y="3209230"/>
                  <a:pt x="6425952" y="3275035"/>
                </a:cubicBezTo>
                <a:lnTo>
                  <a:pt x="6179788" y="3275035"/>
                </a:lnTo>
                <a:cubicBezTo>
                  <a:pt x="6185975" y="3208459"/>
                  <a:pt x="6242491" y="3165884"/>
                  <a:pt x="6303642" y="3165884"/>
                </a:cubicBezTo>
                <a:close/>
                <a:moveTo>
                  <a:pt x="6990377" y="3117885"/>
                </a:moveTo>
                <a:lnTo>
                  <a:pt x="6990377" y="3494882"/>
                </a:lnTo>
                <a:lnTo>
                  <a:pt x="7052303" y="3494882"/>
                </a:lnTo>
                <a:lnTo>
                  <a:pt x="7052303" y="3257228"/>
                </a:lnTo>
                <a:cubicBezTo>
                  <a:pt x="7052303" y="3206134"/>
                  <a:pt x="7080174" y="3179044"/>
                  <a:pt x="7142884" y="3179044"/>
                </a:cubicBezTo>
                <a:lnTo>
                  <a:pt x="7194745" y="3179044"/>
                </a:lnTo>
                <a:lnTo>
                  <a:pt x="7194745" y="3117885"/>
                </a:lnTo>
                <a:lnTo>
                  <a:pt x="7142108" y="3117885"/>
                </a:lnTo>
                <a:cubicBezTo>
                  <a:pt x="7091016" y="3117885"/>
                  <a:pt x="7067018" y="3142660"/>
                  <a:pt x="7054631" y="3177493"/>
                </a:cubicBezTo>
                <a:lnTo>
                  <a:pt x="7047662" y="3177493"/>
                </a:lnTo>
                <a:lnTo>
                  <a:pt x="7047662" y="3117885"/>
                </a:lnTo>
                <a:close/>
                <a:moveTo>
                  <a:pt x="7394402" y="3110142"/>
                </a:moveTo>
                <a:cubicBezTo>
                  <a:pt x="7317760" y="3110142"/>
                  <a:pt x="7259699" y="3146525"/>
                  <a:pt x="7236477" y="3203812"/>
                </a:cubicBezTo>
                <a:lnTo>
                  <a:pt x="7289890" y="3234004"/>
                </a:lnTo>
                <a:cubicBezTo>
                  <a:pt x="7304604" y="3192203"/>
                  <a:pt x="7340213" y="3165884"/>
                  <a:pt x="7395171" y="3165884"/>
                </a:cubicBezTo>
                <a:cubicBezTo>
                  <a:pt x="7449360" y="3165884"/>
                  <a:pt x="7481096" y="3189878"/>
                  <a:pt x="7481096" y="3251036"/>
                </a:cubicBezTo>
                <a:lnTo>
                  <a:pt x="7481096" y="3267292"/>
                </a:lnTo>
                <a:lnTo>
                  <a:pt x="7371180" y="3277356"/>
                </a:lnTo>
                <a:cubicBezTo>
                  <a:pt x="7291442" y="3284324"/>
                  <a:pt x="7231060" y="3322253"/>
                  <a:pt x="7231060" y="3395796"/>
                </a:cubicBezTo>
                <a:cubicBezTo>
                  <a:pt x="7231060" y="3456179"/>
                  <a:pt x="7272092" y="3503397"/>
                  <a:pt x="7346406" y="3503397"/>
                </a:cubicBezTo>
                <a:cubicBezTo>
                  <a:pt x="7405237" y="3503397"/>
                  <a:pt x="7454008" y="3474756"/>
                  <a:pt x="7477999" y="3425987"/>
                </a:cubicBezTo>
                <a:lnTo>
                  <a:pt x="7483423" y="3425987"/>
                </a:lnTo>
                <a:lnTo>
                  <a:pt x="7483423" y="3429859"/>
                </a:lnTo>
                <a:cubicBezTo>
                  <a:pt x="7483423" y="3470884"/>
                  <a:pt x="7507421" y="3494883"/>
                  <a:pt x="7548447" y="3494883"/>
                </a:cubicBezTo>
                <a:lnTo>
                  <a:pt x="7588704" y="3494883"/>
                </a:lnTo>
                <a:lnTo>
                  <a:pt x="7588704" y="3437596"/>
                </a:lnTo>
                <a:lnTo>
                  <a:pt x="7543030" y="3437596"/>
                </a:lnTo>
                <a:lnTo>
                  <a:pt x="7543030" y="3250260"/>
                </a:lnTo>
                <a:cubicBezTo>
                  <a:pt x="7543030" y="3158916"/>
                  <a:pt x="7485744" y="3110142"/>
                  <a:pt x="7394402" y="3110142"/>
                </a:cubicBezTo>
                <a:close/>
                <a:moveTo>
                  <a:pt x="6303642" y="3110142"/>
                </a:moveTo>
                <a:cubicBezTo>
                  <a:pt x="6186751" y="3110142"/>
                  <a:pt x="6117078" y="3197620"/>
                  <a:pt x="6117078" y="3306772"/>
                </a:cubicBezTo>
                <a:cubicBezTo>
                  <a:pt x="6117078" y="3418244"/>
                  <a:pt x="6193720" y="3503396"/>
                  <a:pt x="6307515" y="3503396"/>
                </a:cubicBezTo>
                <a:cubicBezTo>
                  <a:pt x="6384926" y="3503396"/>
                  <a:pt x="6446853" y="3463146"/>
                  <a:pt x="6478596" y="3413602"/>
                </a:cubicBezTo>
                <a:lnTo>
                  <a:pt x="6426728" y="3380314"/>
                </a:lnTo>
                <a:cubicBezTo>
                  <a:pt x="6405827" y="3415923"/>
                  <a:pt x="6361704" y="3446890"/>
                  <a:pt x="6308291" y="3446890"/>
                </a:cubicBezTo>
                <a:cubicBezTo>
                  <a:pt x="6240939" y="3446890"/>
                  <a:pt x="6186751" y="3398116"/>
                  <a:pt x="6179788" y="3326124"/>
                </a:cubicBezTo>
                <a:lnTo>
                  <a:pt x="6487110" y="3326124"/>
                </a:lnTo>
                <a:lnTo>
                  <a:pt x="6487110" y="3289740"/>
                </a:lnTo>
                <a:cubicBezTo>
                  <a:pt x="6487110" y="3194524"/>
                  <a:pt x="6418213" y="3110142"/>
                  <a:pt x="6303642" y="3110142"/>
                </a:cubicBezTo>
                <a:close/>
                <a:moveTo>
                  <a:pt x="6714008" y="3109372"/>
                </a:moveTo>
                <a:cubicBezTo>
                  <a:pt x="6615696" y="3109372"/>
                  <a:pt x="6539062" y="3180589"/>
                  <a:pt x="6539062" y="3298259"/>
                </a:cubicBezTo>
                <a:cubicBezTo>
                  <a:pt x="6539062" y="3415923"/>
                  <a:pt x="6615696" y="3487915"/>
                  <a:pt x="6714008" y="3487915"/>
                </a:cubicBezTo>
                <a:cubicBezTo>
                  <a:pt x="6772062" y="3487915"/>
                  <a:pt x="6811544" y="3463146"/>
                  <a:pt x="6837869" y="3423666"/>
                </a:cubicBezTo>
                <a:lnTo>
                  <a:pt x="6846383" y="3423666"/>
                </a:lnTo>
                <a:lnTo>
                  <a:pt x="6846383" y="3586227"/>
                </a:lnTo>
                <a:lnTo>
                  <a:pt x="6597892" y="3586227"/>
                </a:lnTo>
                <a:lnTo>
                  <a:pt x="6597892" y="3643514"/>
                </a:lnTo>
                <a:lnTo>
                  <a:pt x="6781360" y="3643514"/>
                </a:lnTo>
                <a:cubicBezTo>
                  <a:pt x="6878119" y="3643514"/>
                  <a:pt x="6908310" y="3607906"/>
                  <a:pt x="6908310" y="3511139"/>
                </a:cubicBezTo>
                <a:lnTo>
                  <a:pt x="6908310" y="3117885"/>
                </a:lnTo>
                <a:lnTo>
                  <a:pt x="6847928" y="3117885"/>
                </a:lnTo>
                <a:lnTo>
                  <a:pt x="6847928" y="3175948"/>
                </a:lnTo>
                <a:lnTo>
                  <a:pt x="6839414" y="3175948"/>
                </a:lnTo>
                <a:cubicBezTo>
                  <a:pt x="6813095" y="3135692"/>
                  <a:pt x="6772062" y="3109372"/>
                  <a:pt x="6714008" y="3109372"/>
                </a:cubicBezTo>
                <a:close/>
                <a:moveTo>
                  <a:pt x="5911144" y="3014157"/>
                </a:moveTo>
                <a:lnTo>
                  <a:pt x="5911144" y="3117885"/>
                </a:lnTo>
                <a:lnTo>
                  <a:pt x="5841472" y="3117885"/>
                </a:lnTo>
                <a:lnTo>
                  <a:pt x="5841472" y="3175172"/>
                </a:lnTo>
                <a:lnTo>
                  <a:pt x="5911144" y="3175172"/>
                </a:lnTo>
                <a:lnTo>
                  <a:pt x="5911144" y="3406635"/>
                </a:lnTo>
                <a:cubicBezTo>
                  <a:pt x="5911144" y="3470884"/>
                  <a:pt x="5935143" y="3494883"/>
                  <a:pt x="5999397" y="3494883"/>
                </a:cubicBezTo>
                <a:lnTo>
                  <a:pt x="6078352" y="3494883"/>
                </a:lnTo>
                <a:lnTo>
                  <a:pt x="6078352" y="3437596"/>
                </a:lnTo>
                <a:lnTo>
                  <a:pt x="5973071" y="3437596"/>
                </a:lnTo>
                <a:lnTo>
                  <a:pt x="5973071" y="3175172"/>
                </a:lnTo>
                <a:lnTo>
                  <a:pt x="6078352" y="3175172"/>
                </a:lnTo>
                <a:lnTo>
                  <a:pt x="6078352" y="3117885"/>
                </a:lnTo>
                <a:lnTo>
                  <a:pt x="5973071" y="3117885"/>
                </a:lnTo>
                <a:lnTo>
                  <a:pt x="5973071" y="3014157"/>
                </a:lnTo>
                <a:close/>
                <a:moveTo>
                  <a:pt x="4607253" y="2954167"/>
                </a:moveTo>
                <a:cubicBezTo>
                  <a:pt x="4607253" y="3048029"/>
                  <a:pt x="4591815" y="3141878"/>
                  <a:pt x="4569418" y="3224417"/>
                </a:cubicBezTo>
                <a:lnTo>
                  <a:pt x="4872098" y="3224417"/>
                </a:lnTo>
                <a:cubicBezTo>
                  <a:pt x="4849702" y="3141878"/>
                  <a:pt x="4834263" y="3048029"/>
                  <a:pt x="4834263" y="2954167"/>
                </a:cubicBezTo>
                <a:close/>
                <a:moveTo>
                  <a:pt x="5575268" y="2944485"/>
                </a:moveTo>
                <a:cubicBezTo>
                  <a:pt x="5476180" y="2944485"/>
                  <a:pt x="5373995" y="2981639"/>
                  <a:pt x="5373995" y="3093116"/>
                </a:cubicBezTo>
                <a:cubicBezTo>
                  <a:pt x="5373995" y="3165884"/>
                  <a:pt x="5418125" y="3216973"/>
                  <a:pt x="5531920" y="3237876"/>
                </a:cubicBezTo>
                <a:lnTo>
                  <a:pt x="5624039" y="3254908"/>
                </a:lnTo>
                <a:cubicBezTo>
                  <a:pt x="5715388" y="3271940"/>
                  <a:pt x="5740154" y="3301355"/>
                  <a:pt x="5740154" y="3345477"/>
                </a:cubicBezTo>
                <a:cubicBezTo>
                  <a:pt x="5740154" y="3425212"/>
                  <a:pt x="5648812" y="3442243"/>
                  <a:pt x="5593847" y="3443019"/>
                </a:cubicBezTo>
                <a:cubicBezTo>
                  <a:pt x="5473084" y="3443019"/>
                  <a:pt x="5431281" y="3370251"/>
                  <a:pt x="5420446" y="3309868"/>
                </a:cubicBezTo>
                <a:lnTo>
                  <a:pt x="5354647" y="3329996"/>
                </a:lnTo>
                <a:cubicBezTo>
                  <a:pt x="5374771" y="3426763"/>
                  <a:pt x="5447540" y="3503397"/>
                  <a:pt x="5592303" y="3503397"/>
                </a:cubicBezTo>
                <a:cubicBezTo>
                  <a:pt x="5689838" y="3503397"/>
                  <a:pt x="5805961" y="3466242"/>
                  <a:pt x="5805961" y="3344702"/>
                </a:cubicBezTo>
                <a:cubicBezTo>
                  <a:pt x="5805961" y="3257228"/>
                  <a:pt x="5744803" y="3209230"/>
                  <a:pt x="5637970" y="3190653"/>
                </a:cubicBezTo>
                <a:lnTo>
                  <a:pt x="5545853" y="3174397"/>
                </a:lnTo>
                <a:cubicBezTo>
                  <a:pt x="5468441" y="3160462"/>
                  <a:pt x="5440572" y="3129501"/>
                  <a:pt x="5440572" y="3090020"/>
                </a:cubicBezTo>
                <a:cubicBezTo>
                  <a:pt x="5440572" y="3027316"/>
                  <a:pt x="5510243" y="3004093"/>
                  <a:pt x="5575268" y="3004093"/>
                </a:cubicBezTo>
                <a:cubicBezTo>
                  <a:pt x="5682100" y="3004093"/>
                  <a:pt x="5725447" y="3060599"/>
                  <a:pt x="5736289" y="3110142"/>
                </a:cubicBezTo>
                <a:lnTo>
                  <a:pt x="5801313" y="3088470"/>
                </a:lnTo>
                <a:cubicBezTo>
                  <a:pt x="5782732" y="3014157"/>
                  <a:pt x="5716933" y="2944485"/>
                  <a:pt x="5575268" y="294448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94000"/>
                </a:lnTo>
                <a:lnTo>
                  <a:pt x="0" y="68940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wrap="square" tIns="144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402128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 and white symbo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1805741B-8FCC-FF6D-6094-05862782403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8000"/>
            <a:ext cx="12192000" cy="6894000"/>
          </a:xfrm>
          <a:custGeom>
            <a:avLst/>
            <a:gdLst>
              <a:gd name="connsiteX0" fmla="*/ 6330870 w 12192000"/>
              <a:gd name="connsiteY0" fmla="*/ 3463817 h 6894000"/>
              <a:gd name="connsiteX1" fmla="*/ 6677370 w 12192000"/>
              <a:gd name="connsiteY1" fmla="*/ 3876287 h 6894000"/>
              <a:gd name="connsiteX2" fmla="*/ 6677370 w 12192000"/>
              <a:gd name="connsiteY2" fmla="*/ 3463817 h 6894000"/>
              <a:gd name="connsiteX3" fmla="*/ 5522400 w 12192000"/>
              <a:gd name="connsiteY3" fmla="*/ 3463817 h 6894000"/>
              <a:gd name="connsiteX4" fmla="*/ 5522400 w 12192000"/>
              <a:gd name="connsiteY4" fmla="*/ 3876287 h 6894000"/>
              <a:gd name="connsiteX5" fmla="*/ 5868900 w 12192000"/>
              <a:gd name="connsiteY5" fmla="*/ 3463817 h 6894000"/>
              <a:gd name="connsiteX6" fmla="*/ 5926680 w 12192000"/>
              <a:gd name="connsiteY6" fmla="*/ 3051257 h 6894000"/>
              <a:gd name="connsiteX7" fmla="*/ 5868990 w 12192000"/>
              <a:gd name="connsiteY7" fmla="*/ 3463727 h 6894000"/>
              <a:gd name="connsiteX8" fmla="*/ 6330960 w 12192000"/>
              <a:gd name="connsiteY8" fmla="*/ 3463727 h 6894000"/>
              <a:gd name="connsiteX9" fmla="*/ 6273180 w 12192000"/>
              <a:gd name="connsiteY9" fmla="*/ 3051257 h 6894000"/>
              <a:gd name="connsiteX10" fmla="*/ 0 w 12192000"/>
              <a:gd name="connsiteY10" fmla="*/ 0 h 6894000"/>
              <a:gd name="connsiteX11" fmla="*/ 12192000 w 12192000"/>
              <a:gd name="connsiteY11" fmla="*/ 0 h 6894000"/>
              <a:gd name="connsiteX12" fmla="*/ 12192000 w 12192000"/>
              <a:gd name="connsiteY12" fmla="*/ 6894000 h 6894000"/>
              <a:gd name="connsiteX13" fmla="*/ 0 w 12192000"/>
              <a:gd name="connsiteY13" fmla="*/ 6894000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94000">
                <a:moveTo>
                  <a:pt x="6330870" y="3463817"/>
                </a:moveTo>
                <a:cubicBezTo>
                  <a:pt x="6395130" y="3700517"/>
                  <a:pt x="6510960" y="3876287"/>
                  <a:pt x="6677370" y="3876287"/>
                </a:cubicBezTo>
                <a:lnTo>
                  <a:pt x="6677370" y="3463817"/>
                </a:lnTo>
                <a:close/>
                <a:moveTo>
                  <a:pt x="5522400" y="3463817"/>
                </a:moveTo>
                <a:lnTo>
                  <a:pt x="5522400" y="3876287"/>
                </a:lnTo>
                <a:cubicBezTo>
                  <a:pt x="5688810" y="3876287"/>
                  <a:pt x="5804640" y="3700517"/>
                  <a:pt x="5868900" y="3463817"/>
                </a:cubicBezTo>
                <a:close/>
                <a:moveTo>
                  <a:pt x="5926680" y="3051257"/>
                </a:moveTo>
                <a:cubicBezTo>
                  <a:pt x="5926680" y="3194537"/>
                  <a:pt x="5903101" y="3337817"/>
                  <a:pt x="5868990" y="3463727"/>
                </a:cubicBezTo>
                <a:lnTo>
                  <a:pt x="6330960" y="3463727"/>
                </a:lnTo>
                <a:cubicBezTo>
                  <a:pt x="6296760" y="3337727"/>
                  <a:pt x="6273180" y="3194537"/>
                  <a:pt x="6273180" y="305125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94000"/>
                </a:lnTo>
                <a:lnTo>
                  <a:pt x="0" y="6894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tIns="144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597641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and black logoty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-form: Shape 1">
            <a:extLst>
              <a:ext uri="{FF2B5EF4-FFF2-40B4-BE49-F238E27FC236}">
                <a16:creationId xmlns:a16="http://schemas.microsoft.com/office/drawing/2014/main" id="{7F1622DC-BD4B-AE97-9BB5-2BACB743EA1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8000"/>
            <a:ext cx="12192000" cy="6894000"/>
          </a:xfrm>
          <a:custGeom>
            <a:avLst/>
            <a:gdLst>
              <a:gd name="connsiteX0" fmla="*/ 7481096 w 12192000"/>
              <a:gd name="connsiteY0" fmla="*/ 3317611 h 6894000"/>
              <a:gd name="connsiteX1" fmla="*/ 7481096 w 12192000"/>
              <a:gd name="connsiteY1" fmla="*/ 3344702 h 6894000"/>
              <a:gd name="connsiteX2" fmla="*/ 7366531 w 12192000"/>
              <a:gd name="connsiteY2" fmla="*/ 3447661 h 6894000"/>
              <a:gd name="connsiteX3" fmla="*/ 7293762 w 12192000"/>
              <a:gd name="connsiteY3" fmla="*/ 3391924 h 6894000"/>
              <a:gd name="connsiteX4" fmla="*/ 7375822 w 12192000"/>
              <a:gd name="connsiteY4" fmla="*/ 3327675 h 6894000"/>
              <a:gd name="connsiteX5" fmla="*/ 4872098 w 12192000"/>
              <a:gd name="connsiteY5" fmla="*/ 3224418 h 6894000"/>
              <a:gd name="connsiteX6" fmla="*/ 5099109 w 12192000"/>
              <a:gd name="connsiteY6" fmla="*/ 3494667 h 6894000"/>
              <a:gd name="connsiteX7" fmla="*/ 5099109 w 12192000"/>
              <a:gd name="connsiteY7" fmla="*/ 3224418 h 6894000"/>
              <a:gd name="connsiteX8" fmla="*/ 4342409 w 12192000"/>
              <a:gd name="connsiteY8" fmla="*/ 3224418 h 6894000"/>
              <a:gd name="connsiteX9" fmla="*/ 4342409 w 12192000"/>
              <a:gd name="connsiteY9" fmla="*/ 3494667 h 6894000"/>
              <a:gd name="connsiteX10" fmla="*/ 4569418 w 12192000"/>
              <a:gd name="connsiteY10" fmla="*/ 3224418 h 6894000"/>
              <a:gd name="connsiteX11" fmla="*/ 6726395 w 12192000"/>
              <a:gd name="connsiteY11" fmla="*/ 3166654 h 6894000"/>
              <a:gd name="connsiteX12" fmla="*/ 6847159 w 12192000"/>
              <a:gd name="connsiteY12" fmla="*/ 3298259 h 6894000"/>
              <a:gd name="connsiteX13" fmla="*/ 6726395 w 12192000"/>
              <a:gd name="connsiteY13" fmla="*/ 3430628 h 6894000"/>
              <a:gd name="connsiteX14" fmla="*/ 6602541 w 12192000"/>
              <a:gd name="connsiteY14" fmla="*/ 3298259 h 6894000"/>
              <a:gd name="connsiteX15" fmla="*/ 6726395 w 12192000"/>
              <a:gd name="connsiteY15" fmla="*/ 3166654 h 6894000"/>
              <a:gd name="connsiteX16" fmla="*/ 6303642 w 12192000"/>
              <a:gd name="connsiteY16" fmla="*/ 3165884 h 6894000"/>
              <a:gd name="connsiteX17" fmla="*/ 6425952 w 12192000"/>
              <a:gd name="connsiteY17" fmla="*/ 3275035 h 6894000"/>
              <a:gd name="connsiteX18" fmla="*/ 6179788 w 12192000"/>
              <a:gd name="connsiteY18" fmla="*/ 3275035 h 6894000"/>
              <a:gd name="connsiteX19" fmla="*/ 6303642 w 12192000"/>
              <a:gd name="connsiteY19" fmla="*/ 3165884 h 6894000"/>
              <a:gd name="connsiteX20" fmla="*/ 6990377 w 12192000"/>
              <a:gd name="connsiteY20" fmla="*/ 3117885 h 6894000"/>
              <a:gd name="connsiteX21" fmla="*/ 6990377 w 12192000"/>
              <a:gd name="connsiteY21" fmla="*/ 3494882 h 6894000"/>
              <a:gd name="connsiteX22" fmla="*/ 7052303 w 12192000"/>
              <a:gd name="connsiteY22" fmla="*/ 3494882 h 6894000"/>
              <a:gd name="connsiteX23" fmla="*/ 7052303 w 12192000"/>
              <a:gd name="connsiteY23" fmla="*/ 3257228 h 6894000"/>
              <a:gd name="connsiteX24" fmla="*/ 7142884 w 12192000"/>
              <a:gd name="connsiteY24" fmla="*/ 3179044 h 6894000"/>
              <a:gd name="connsiteX25" fmla="*/ 7194745 w 12192000"/>
              <a:gd name="connsiteY25" fmla="*/ 3179044 h 6894000"/>
              <a:gd name="connsiteX26" fmla="*/ 7194745 w 12192000"/>
              <a:gd name="connsiteY26" fmla="*/ 3117885 h 6894000"/>
              <a:gd name="connsiteX27" fmla="*/ 7142108 w 12192000"/>
              <a:gd name="connsiteY27" fmla="*/ 3117885 h 6894000"/>
              <a:gd name="connsiteX28" fmla="*/ 7054631 w 12192000"/>
              <a:gd name="connsiteY28" fmla="*/ 3177493 h 6894000"/>
              <a:gd name="connsiteX29" fmla="*/ 7047662 w 12192000"/>
              <a:gd name="connsiteY29" fmla="*/ 3177493 h 6894000"/>
              <a:gd name="connsiteX30" fmla="*/ 7047662 w 12192000"/>
              <a:gd name="connsiteY30" fmla="*/ 3117885 h 6894000"/>
              <a:gd name="connsiteX31" fmla="*/ 7394402 w 12192000"/>
              <a:gd name="connsiteY31" fmla="*/ 3110142 h 6894000"/>
              <a:gd name="connsiteX32" fmla="*/ 7236477 w 12192000"/>
              <a:gd name="connsiteY32" fmla="*/ 3203812 h 6894000"/>
              <a:gd name="connsiteX33" fmla="*/ 7289890 w 12192000"/>
              <a:gd name="connsiteY33" fmla="*/ 3234004 h 6894000"/>
              <a:gd name="connsiteX34" fmla="*/ 7395171 w 12192000"/>
              <a:gd name="connsiteY34" fmla="*/ 3165884 h 6894000"/>
              <a:gd name="connsiteX35" fmla="*/ 7481096 w 12192000"/>
              <a:gd name="connsiteY35" fmla="*/ 3251036 h 6894000"/>
              <a:gd name="connsiteX36" fmla="*/ 7481096 w 12192000"/>
              <a:gd name="connsiteY36" fmla="*/ 3267292 h 6894000"/>
              <a:gd name="connsiteX37" fmla="*/ 7371180 w 12192000"/>
              <a:gd name="connsiteY37" fmla="*/ 3277356 h 6894000"/>
              <a:gd name="connsiteX38" fmla="*/ 7231060 w 12192000"/>
              <a:gd name="connsiteY38" fmla="*/ 3395796 h 6894000"/>
              <a:gd name="connsiteX39" fmla="*/ 7346406 w 12192000"/>
              <a:gd name="connsiteY39" fmla="*/ 3503397 h 6894000"/>
              <a:gd name="connsiteX40" fmla="*/ 7477999 w 12192000"/>
              <a:gd name="connsiteY40" fmla="*/ 3425987 h 6894000"/>
              <a:gd name="connsiteX41" fmla="*/ 7483423 w 12192000"/>
              <a:gd name="connsiteY41" fmla="*/ 3425987 h 6894000"/>
              <a:gd name="connsiteX42" fmla="*/ 7483423 w 12192000"/>
              <a:gd name="connsiteY42" fmla="*/ 3429859 h 6894000"/>
              <a:gd name="connsiteX43" fmla="*/ 7548447 w 12192000"/>
              <a:gd name="connsiteY43" fmla="*/ 3494883 h 6894000"/>
              <a:gd name="connsiteX44" fmla="*/ 7588704 w 12192000"/>
              <a:gd name="connsiteY44" fmla="*/ 3494883 h 6894000"/>
              <a:gd name="connsiteX45" fmla="*/ 7588704 w 12192000"/>
              <a:gd name="connsiteY45" fmla="*/ 3437596 h 6894000"/>
              <a:gd name="connsiteX46" fmla="*/ 7543030 w 12192000"/>
              <a:gd name="connsiteY46" fmla="*/ 3437596 h 6894000"/>
              <a:gd name="connsiteX47" fmla="*/ 7543030 w 12192000"/>
              <a:gd name="connsiteY47" fmla="*/ 3250260 h 6894000"/>
              <a:gd name="connsiteX48" fmla="*/ 7394402 w 12192000"/>
              <a:gd name="connsiteY48" fmla="*/ 3110142 h 6894000"/>
              <a:gd name="connsiteX49" fmla="*/ 6303642 w 12192000"/>
              <a:gd name="connsiteY49" fmla="*/ 3110142 h 6894000"/>
              <a:gd name="connsiteX50" fmla="*/ 6117078 w 12192000"/>
              <a:gd name="connsiteY50" fmla="*/ 3306772 h 6894000"/>
              <a:gd name="connsiteX51" fmla="*/ 6307515 w 12192000"/>
              <a:gd name="connsiteY51" fmla="*/ 3503396 h 6894000"/>
              <a:gd name="connsiteX52" fmla="*/ 6478596 w 12192000"/>
              <a:gd name="connsiteY52" fmla="*/ 3413602 h 6894000"/>
              <a:gd name="connsiteX53" fmla="*/ 6426728 w 12192000"/>
              <a:gd name="connsiteY53" fmla="*/ 3380314 h 6894000"/>
              <a:gd name="connsiteX54" fmla="*/ 6308291 w 12192000"/>
              <a:gd name="connsiteY54" fmla="*/ 3446890 h 6894000"/>
              <a:gd name="connsiteX55" fmla="*/ 6179788 w 12192000"/>
              <a:gd name="connsiteY55" fmla="*/ 3326124 h 6894000"/>
              <a:gd name="connsiteX56" fmla="*/ 6487110 w 12192000"/>
              <a:gd name="connsiteY56" fmla="*/ 3326124 h 6894000"/>
              <a:gd name="connsiteX57" fmla="*/ 6487110 w 12192000"/>
              <a:gd name="connsiteY57" fmla="*/ 3289740 h 6894000"/>
              <a:gd name="connsiteX58" fmla="*/ 6303642 w 12192000"/>
              <a:gd name="connsiteY58" fmla="*/ 3110142 h 6894000"/>
              <a:gd name="connsiteX59" fmla="*/ 6714008 w 12192000"/>
              <a:gd name="connsiteY59" fmla="*/ 3109372 h 6894000"/>
              <a:gd name="connsiteX60" fmla="*/ 6539062 w 12192000"/>
              <a:gd name="connsiteY60" fmla="*/ 3298259 h 6894000"/>
              <a:gd name="connsiteX61" fmla="*/ 6714008 w 12192000"/>
              <a:gd name="connsiteY61" fmla="*/ 3487915 h 6894000"/>
              <a:gd name="connsiteX62" fmla="*/ 6837869 w 12192000"/>
              <a:gd name="connsiteY62" fmla="*/ 3423666 h 6894000"/>
              <a:gd name="connsiteX63" fmla="*/ 6846383 w 12192000"/>
              <a:gd name="connsiteY63" fmla="*/ 3423666 h 6894000"/>
              <a:gd name="connsiteX64" fmla="*/ 6846383 w 12192000"/>
              <a:gd name="connsiteY64" fmla="*/ 3586227 h 6894000"/>
              <a:gd name="connsiteX65" fmla="*/ 6597892 w 12192000"/>
              <a:gd name="connsiteY65" fmla="*/ 3586227 h 6894000"/>
              <a:gd name="connsiteX66" fmla="*/ 6597892 w 12192000"/>
              <a:gd name="connsiteY66" fmla="*/ 3643514 h 6894000"/>
              <a:gd name="connsiteX67" fmla="*/ 6781360 w 12192000"/>
              <a:gd name="connsiteY67" fmla="*/ 3643514 h 6894000"/>
              <a:gd name="connsiteX68" fmla="*/ 6908310 w 12192000"/>
              <a:gd name="connsiteY68" fmla="*/ 3511139 h 6894000"/>
              <a:gd name="connsiteX69" fmla="*/ 6908310 w 12192000"/>
              <a:gd name="connsiteY69" fmla="*/ 3117885 h 6894000"/>
              <a:gd name="connsiteX70" fmla="*/ 6847928 w 12192000"/>
              <a:gd name="connsiteY70" fmla="*/ 3117885 h 6894000"/>
              <a:gd name="connsiteX71" fmla="*/ 6847928 w 12192000"/>
              <a:gd name="connsiteY71" fmla="*/ 3175948 h 6894000"/>
              <a:gd name="connsiteX72" fmla="*/ 6839414 w 12192000"/>
              <a:gd name="connsiteY72" fmla="*/ 3175948 h 6894000"/>
              <a:gd name="connsiteX73" fmla="*/ 6714008 w 12192000"/>
              <a:gd name="connsiteY73" fmla="*/ 3109372 h 6894000"/>
              <a:gd name="connsiteX74" fmla="*/ 5911144 w 12192000"/>
              <a:gd name="connsiteY74" fmla="*/ 3014157 h 6894000"/>
              <a:gd name="connsiteX75" fmla="*/ 5911144 w 12192000"/>
              <a:gd name="connsiteY75" fmla="*/ 3117885 h 6894000"/>
              <a:gd name="connsiteX76" fmla="*/ 5841472 w 12192000"/>
              <a:gd name="connsiteY76" fmla="*/ 3117885 h 6894000"/>
              <a:gd name="connsiteX77" fmla="*/ 5841472 w 12192000"/>
              <a:gd name="connsiteY77" fmla="*/ 3175172 h 6894000"/>
              <a:gd name="connsiteX78" fmla="*/ 5911144 w 12192000"/>
              <a:gd name="connsiteY78" fmla="*/ 3175172 h 6894000"/>
              <a:gd name="connsiteX79" fmla="*/ 5911144 w 12192000"/>
              <a:gd name="connsiteY79" fmla="*/ 3406635 h 6894000"/>
              <a:gd name="connsiteX80" fmla="*/ 5999397 w 12192000"/>
              <a:gd name="connsiteY80" fmla="*/ 3494883 h 6894000"/>
              <a:gd name="connsiteX81" fmla="*/ 6078352 w 12192000"/>
              <a:gd name="connsiteY81" fmla="*/ 3494883 h 6894000"/>
              <a:gd name="connsiteX82" fmla="*/ 6078352 w 12192000"/>
              <a:gd name="connsiteY82" fmla="*/ 3437596 h 6894000"/>
              <a:gd name="connsiteX83" fmla="*/ 5973071 w 12192000"/>
              <a:gd name="connsiteY83" fmla="*/ 3437596 h 6894000"/>
              <a:gd name="connsiteX84" fmla="*/ 5973071 w 12192000"/>
              <a:gd name="connsiteY84" fmla="*/ 3175172 h 6894000"/>
              <a:gd name="connsiteX85" fmla="*/ 6078352 w 12192000"/>
              <a:gd name="connsiteY85" fmla="*/ 3175172 h 6894000"/>
              <a:gd name="connsiteX86" fmla="*/ 6078352 w 12192000"/>
              <a:gd name="connsiteY86" fmla="*/ 3117885 h 6894000"/>
              <a:gd name="connsiteX87" fmla="*/ 5973071 w 12192000"/>
              <a:gd name="connsiteY87" fmla="*/ 3117885 h 6894000"/>
              <a:gd name="connsiteX88" fmla="*/ 5973071 w 12192000"/>
              <a:gd name="connsiteY88" fmla="*/ 3014157 h 6894000"/>
              <a:gd name="connsiteX89" fmla="*/ 4607253 w 12192000"/>
              <a:gd name="connsiteY89" fmla="*/ 2954167 h 6894000"/>
              <a:gd name="connsiteX90" fmla="*/ 4569418 w 12192000"/>
              <a:gd name="connsiteY90" fmla="*/ 3224417 h 6894000"/>
              <a:gd name="connsiteX91" fmla="*/ 4872098 w 12192000"/>
              <a:gd name="connsiteY91" fmla="*/ 3224417 h 6894000"/>
              <a:gd name="connsiteX92" fmla="*/ 4834263 w 12192000"/>
              <a:gd name="connsiteY92" fmla="*/ 2954167 h 6894000"/>
              <a:gd name="connsiteX93" fmla="*/ 5575268 w 12192000"/>
              <a:gd name="connsiteY93" fmla="*/ 2944485 h 6894000"/>
              <a:gd name="connsiteX94" fmla="*/ 5373995 w 12192000"/>
              <a:gd name="connsiteY94" fmla="*/ 3093116 h 6894000"/>
              <a:gd name="connsiteX95" fmla="*/ 5531920 w 12192000"/>
              <a:gd name="connsiteY95" fmla="*/ 3237876 h 6894000"/>
              <a:gd name="connsiteX96" fmla="*/ 5624039 w 12192000"/>
              <a:gd name="connsiteY96" fmla="*/ 3254908 h 6894000"/>
              <a:gd name="connsiteX97" fmla="*/ 5740154 w 12192000"/>
              <a:gd name="connsiteY97" fmla="*/ 3345477 h 6894000"/>
              <a:gd name="connsiteX98" fmla="*/ 5593847 w 12192000"/>
              <a:gd name="connsiteY98" fmla="*/ 3443019 h 6894000"/>
              <a:gd name="connsiteX99" fmla="*/ 5420446 w 12192000"/>
              <a:gd name="connsiteY99" fmla="*/ 3309868 h 6894000"/>
              <a:gd name="connsiteX100" fmla="*/ 5354647 w 12192000"/>
              <a:gd name="connsiteY100" fmla="*/ 3329996 h 6894000"/>
              <a:gd name="connsiteX101" fmla="*/ 5592303 w 12192000"/>
              <a:gd name="connsiteY101" fmla="*/ 3503397 h 6894000"/>
              <a:gd name="connsiteX102" fmla="*/ 5805961 w 12192000"/>
              <a:gd name="connsiteY102" fmla="*/ 3344702 h 6894000"/>
              <a:gd name="connsiteX103" fmla="*/ 5637970 w 12192000"/>
              <a:gd name="connsiteY103" fmla="*/ 3190653 h 6894000"/>
              <a:gd name="connsiteX104" fmla="*/ 5545853 w 12192000"/>
              <a:gd name="connsiteY104" fmla="*/ 3174397 h 6894000"/>
              <a:gd name="connsiteX105" fmla="*/ 5440572 w 12192000"/>
              <a:gd name="connsiteY105" fmla="*/ 3090020 h 6894000"/>
              <a:gd name="connsiteX106" fmla="*/ 5575268 w 12192000"/>
              <a:gd name="connsiteY106" fmla="*/ 3004093 h 6894000"/>
              <a:gd name="connsiteX107" fmla="*/ 5736289 w 12192000"/>
              <a:gd name="connsiteY107" fmla="*/ 3110142 h 6894000"/>
              <a:gd name="connsiteX108" fmla="*/ 5801313 w 12192000"/>
              <a:gd name="connsiteY108" fmla="*/ 3088470 h 6894000"/>
              <a:gd name="connsiteX109" fmla="*/ 5575268 w 12192000"/>
              <a:gd name="connsiteY109" fmla="*/ 2944485 h 6894000"/>
              <a:gd name="connsiteX110" fmla="*/ 0 w 12192000"/>
              <a:gd name="connsiteY110" fmla="*/ 0 h 6894000"/>
              <a:gd name="connsiteX111" fmla="*/ 12192000 w 12192000"/>
              <a:gd name="connsiteY111" fmla="*/ 0 h 6894000"/>
              <a:gd name="connsiteX112" fmla="*/ 12192000 w 12192000"/>
              <a:gd name="connsiteY112" fmla="*/ 6894000 h 6894000"/>
              <a:gd name="connsiteX113" fmla="*/ 0 w 12192000"/>
              <a:gd name="connsiteY113" fmla="*/ 6894000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12192000" h="6894000">
                <a:moveTo>
                  <a:pt x="7481096" y="3317611"/>
                </a:moveTo>
                <a:lnTo>
                  <a:pt x="7481096" y="3344702"/>
                </a:lnTo>
                <a:cubicBezTo>
                  <a:pt x="7481096" y="3416699"/>
                  <a:pt x="7418392" y="3447661"/>
                  <a:pt x="7366531" y="3447661"/>
                </a:cubicBezTo>
                <a:cubicBezTo>
                  <a:pt x="7329371" y="3447661"/>
                  <a:pt x="7293762" y="3432179"/>
                  <a:pt x="7293762" y="3391924"/>
                </a:cubicBezTo>
                <a:cubicBezTo>
                  <a:pt x="7293762" y="3354765"/>
                  <a:pt x="7324730" y="3332317"/>
                  <a:pt x="7375822" y="3327675"/>
                </a:cubicBezTo>
                <a:close/>
                <a:moveTo>
                  <a:pt x="4872098" y="3224418"/>
                </a:moveTo>
                <a:cubicBezTo>
                  <a:pt x="4914186" y="3379529"/>
                  <a:pt x="4990069" y="3494667"/>
                  <a:pt x="5099109" y="3494667"/>
                </a:cubicBezTo>
                <a:lnTo>
                  <a:pt x="5099109" y="3224418"/>
                </a:lnTo>
                <a:close/>
                <a:moveTo>
                  <a:pt x="4342409" y="3224418"/>
                </a:moveTo>
                <a:lnTo>
                  <a:pt x="4342409" y="3494667"/>
                </a:lnTo>
                <a:cubicBezTo>
                  <a:pt x="4451447" y="3494667"/>
                  <a:pt x="4527330" y="3379529"/>
                  <a:pt x="4569418" y="3224418"/>
                </a:cubicBezTo>
                <a:close/>
                <a:moveTo>
                  <a:pt x="6726395" y="3166654"/>
                </a:moveTo>
                <a:cubicBezTo>
                  <a:pt x="6787553" y="3166654"/>
                  <a:pt x="6847159" y="3202267"/>
                  <a:pt x="6847159" y="3298259"/>
                </a:cubicBezTo>
                <a:cubicBezTo>
                  <a:pt x="6847159" y="3394245"/>
                  <a:pt x="6787553" y="3430628"/>
                  <a:pt x="6726395" y="3430628"/>
                </a:cubicBezTo>
                <a:cubicBezTo>
                  <a:pt x="6665244" y="3430628"/>
                  <a:pt x="6602541" y="3393475"/>
                  <a:pt x="6602541" y="3298259"/>
                </a:cubicBezTo>
                <a:cubicBezTo>
                  <a:pt x="6602541" y="3203038"/>
                  <a:pt x="6665244" y="3166654"/>
                  <a:pt x="6726395" y="3166654"/>
                </a:cubicBezTo>
                <a:close/>
                <a:moveTo>
                  <a:pt x="6303642" y="3165884"/>
                </a:moveTo>
                <a:cubicBezTo>
                  <a:pt x="6369442" y="3165884"/>
                  <a:pt x="6420534" y="3209230"/>
                  <a:pt x="6425952" y="3275035"/>
                </a:cubicBezTo>
                <a:lnTo>
                  <a:pt x="6179788" y="3275035"/>
                </a:lnTo>
                <a:cubicBezTo>
                  <a:pt x="6185975" y="3208459"/>
                  <a:pt x="6242491" y="3165884"/>
                  <a:pt x="6303642" y="3165884"/>
                </a:cubicBezTo>
                <a:close/>
                <a:moveTo>
                  <a:pt x="6990377" y="3117885"/>
                </a:moveTo>
                <a:lnTo>
                  <a:pt x="6990377" y="3494882"/>
                </a:lnTo>
                <a:lnTo>
                  <a:pt x="7052303" y="3494882"/>
                </a:lnTo>
                <a:lnTo>
                  <a:pt x="7052303" y="3257228"/>
                </a:lnTo>
                <a:cubicBezTo>
                  <a:pt x="7052303" y="3206134"/>
                  <a:pt x="7080174" y="3179044"/>
                  <a:pt x="7142884" y="3179044"/>
                </a:cubicBezTo>
                <a:lnTo>
                  <a:pt x="7194745" y="3179044"/>
                </a:lnTo>
                <a:lnTo>
                  <a:pt x="7194745" y="3117885"/>
                </a:lnTo>
                <a:lnTo>
                  <a:pt x="7142108" y="3117885"/>
                </a:lnTo>
                <a:cubicBezTo>
                  <a:pt x="7091016" y="3117885"/>
                  <a:pt x="7067018" y="3142660"/>
                  <a:pt x="7054631" y="3177493"/>
                </a:cubicBezTo>
                <a:lnTo>
                  <a:pt x="7047662" y="3177493"/>
                </a:lnTo>
                <a:lnTo>
                  <a:pt x="7047662" y="3117885"/>
                </a:lnTo>
                <a:close/>
                <a:moveTo>
                  <a:pt x="7394402" y="3110142"/>
                </a:moveTo>
                <a:cubicBezTo>
                  <a:pt x="7317760" y="3110142"/>
                  <a:pt x="7259699" y="3146525"/>
                  <a:pt x="7236477" y="3203812"/>
                </a:cubicBezTo>
                <a:lnTo>
                  <a:pt x="7289890" y="3234004"/>
                </a:lnTo>
                <a:cubicBezTo>
                  <a:pt x="7304604" y="3192203"/>
                  <a:pt x="7340213" y="3165884"/>
                  <a:pt x="7395171" y="3165884"/>
                </a:cubicBezTo>
                <a:cubicBezTo>
                  <a:pt x="7449360" y="3165884"/>
                  <a:pt x="7481096" y="3189878"/>
                  <a:pt x="7481096" y="3251036"/>
                </a:cubicBezTo>
                <a:lnTo>
                  <a:pt x="7481096" y="3267292"/>
                </a:lnTo>
                <a:lnTo>
                  <a:pt x="7371180" y="3277356"/>
                </a:lnTo>
                <a:cubicBezTo>
                  <a:pt x="7291442" y="3284324"/>
                  <a:pt x="7231060" y="3322253"/>
                  <a:pt x="7231060" y="3395796"/>
                </a:cubicBezTo>
                <a:cubicBezTo>
                  <a:pt x="7231060" y="3456179"/>
                  <a:pt x="7272092" y="3503397"/>
                  <a:pt x="7346406" y="3503397"/>
                </a:cubicBezTo>
                <a:cubicBezTo>
                  <a:pt x="7405237" y="3503397"/>
                  <a:pt x="7454008" y="3474756"/>
                  <a:pt x="7477999" y="3425987"/>
                </a:cubicBezTo>
                <a:lnTo>
                  <a:pt x="7483423" y="3425987"/>
                </a:lnTo>
                <a:lnTo>
                  <a:pt x="7483423" y="3429859"/>
                </a:lnTo>
                <a:cubicBezTo>
                  <a:pt x="7483423" y="3470884"/>
                  <a:pt x="7507421" y="3494883"/>
                  <a:pt x="7548447" y="3494883"/>
                </a:cubicBezTo>
                <a:lnTo>
                  <a:pt x="7588704" y="3494883"/>
                </a:lnTo>
                <a:lnTo>
                  <a:pt x="7588704" y="3437596"/>
                </a:lnTo>
                <a:lnTo>
                  <a:pt x="7543030" y="3437596"/>
                </a:lnTo>
                <a:lnTo>
                  <a:pt x="7543030" y="3250260"/>
                </a:lnTo>
                <a:cubicBezTo>
                  <a:pt x="7543030" y="3158916"/>
                  <a:pt x="7485744" y="3110142"/>
                  <a:pt x="7394402" y="3110142"/>
                </a:cubicBezTo>
                <a:close/>
                <a:moveTo>
                  <a:pt x="6303642" y="3110142"/>
                </a:moveTo>
                <a:cubicBezTo>
                  <a:pt x="6186751" y="3110142"/>
                  <a:pt x="6117078" y="3197620"/>
                  <a:pt x="6117078" y="3306772"/>
                </a:cubicBezTo>
                <a:cubicBezTo>
                  <a:pt x="6117078" y="3418244"/>
                  <a:pt x="6193720" y="3503396"/>
                  <a:pt x="6307515" y="3503396"/>
                </a:cubicBezTo>
                <a:cubicBezTo>
                  <a:pt x="6384926" y="3503396"/>
                  <a:pt x="6446853" y="3463146"/>
                  <a:pt x="6478596" y="3413602"/>
                </a:cubicBezTo>
                <a:lnTo>
                  <a:pt x="6426728" y="3380314"/>
                </a:lnTo>
                <a:cubicBezTo>
                  <a:pt x="6405827" y="3415923"/>
                  <a:pt x="6361704" y="3446890"/>
                  <a:pt x="6308291" y="3446890"/>
                </a:cubicBezTo>
                <a:cubicBezTo>
                  <a:pt x="6240939" y="3446890"/>
                  <a:pt x="6186751" y="3398116"/>
                  <a:pt x="6179788" y="3326124"/>
                </a:cubicBezTo>
                <a:lnTo>
                  <a:pt x="6487110" y="3326124"/>
                </a:lnTo>
                <a:lnTo>
                  <a:pt x="6487110" y="3289740"/>
                </a:lnTo>
                <a:cubicBezTo>
                  <a:pt x="6487110" y="3194524"/>
                  <a:pt x="6418213" y="3110142"/>
                  <a:pt x="6303642" y="3110142"/>
                </a:cubicBezTo>
                <a:close/>
                <a:moveTo>
                  <a:pt x="6714008" y="3109372"/>
                </a:moveTo>
                <a:cubicBezTo>
                  <a:pt x="6615696" y="3109372"/>
                  <a:pt x="6539062" y="3180589"/>
                  <a:pt x="6539062" y="3298259"/>
                </a:cubicBezTo>
                <a:cubicBezTo>
                  <a:pt x="6539062" y="3415923"/>
                  <a:pt x="6615696" y="3487915"/>
                  <a:pt x="6714008" y="3487915"/>
                </a:cubicBezTo>
                <a:cubicBezTo>
                  <a:pt x="6772062" y="3487915"/>
                  <a:pt x="6811544" y="3463146"/>
                  <a:pt x="6837869" y="3423666"/>
                </a:cubicBezTo>
                <a:lnTo>
                  <a:pt x="6846383" y="3423666"/>
                </a:lnTo>
                <a:lnTo>
                  <a:pt x="6846383" y="3586227"/>
                </a:lnTo>
                <a:lnTo>
                  <a:pt x="6597892" y="3586227"/>
                </a:lnTo>
                <a:lnTo>
                  <a:pt x="6597892" y="3643514"/>
                </a:lnTo>
                <a:lnTo>
                  <a:pt x="6781360" y="3643514"/>
                </a:lnTo>
                <a:cubicBezTo>
                  <a:pt x="6878119" y="3643514"/>
                  <a:pt x="6908310" y="3607906"/>
                  <a:pt x="6908310" y="3511139"/>
                </a:cubicBezTo>
                <a:lnTo>
                  <a:pt x="6908310" y="3117885"/>
                </a:lnTo>
                <a:lnTo>
                  <a:pt x="6847928" y="3117885"/>
                </a:lnTo>
                <a:lnTo>
                  <a:pt x="6847928" y="3175948"/>
                </a:lnTo>
                <a:lnTo>
                  <a:pt x="6839414" y="3175948"/>
                </a:lnTo>
                <a:cubicBezTo>
                  <a:pt x="6813095" y="3135692"/>
                  <a:pt x="6772062" y="3109372"/>
                  <a:pt x="6714008" y="3109372"/>
                </a:cubicBezTo>
                <a:close/>
                <a:moveTo>
                  <a:pt x="5911144" y="3014157"/>
                </a:moveTo>
                <a:lnTo>
                  <a:pt x="5911144" y="3117885"/>
                </a:lnTo>
                <a:lnTo>
                  <a:pt x="5841472" y="3117885"/>
                </a:lnTo>
                <a:lnTo>
                  <a:pt x="5841472" y="3175172"/>
                </a:lnTo>
                <a:lnTo>
                  <a:pt x="5911144" y="3175172"/>
                </a:lnTo>
                <a:lnTo>
                  <a:pt x="5911144" y="3406635"/>
                </a:lnTo>
                <a:cubicBezTo>
                  <a:pt x="5911144" y="3470884"/>
                  <a:pt x="5935143" y="3494883"/>
                  <a:pt x="5999397" y="3494883"/>
                </a:cubicBezTo>
                <a:lnTo>
                  <a:pt x="6078352" y="3494883"/>
                </a:lnTo>
                <a:lnTo>
                  <a:pt x="6078352" y="3437596"/>
                </a:lnTo>
                <a:lnTo>
                  <a:pt x="5973071" y="3437596"/>
                </a:lnTo>
                <a:lnTo>
                  <a:pt x="5973071" y="3175172"/>
                </a:lnTo>
                <a:lnTo>
                  <a:pt x="6078352" y="3175172"/>
                </a:lnTo>
                <a:lnTo>
                  <a:pt x="6078352" y="3117885"/>
                </a:lnTo>
                <a:lnTo>
                  <a:pt x="5973071" y="3117885"/>
                </a:lnTo>
                <a:lnTo>
                  <a:pt x="5973071" y="3014157"/>
                </a:lnTo>
                <a:close/>
                <a:moveTo>
                  <a:pt x="4607253" y="2954167"/>
                </a:moveTo>
                <a:cubicBezTo>
                  <a:pt x="4607253" y="3048029"/>
                  <a:pt x="4591815" y="3141878"/>
                  <a:pt x="4569418" y="3224417"/>
                </a:cubicBezTo>
                <a:lnTo>
                  <a:pt x="4872098" y="3224417"/>
                </a:lnTo>
                <a:cubicBezTo>
                  <a:pt x="4849702" y="3141878"/>
                  <a:pt x="4834263" y="3048029"/>
                  <a:pt x="4834263" y="2954167"/>
                </a:cubicBezTo>
                <a:close/>
                <a:moveTo>
                  <a:pt x="5575268" y="2944485"/>
                </a:moveTo>
                <a:cubicBezTo>
                  <a:pt x="5476180" y="2944485"/>
                  <a:pt x="5373995" y="2981639"/>
                  <a:pt x="5373995" y="3093116"/>
                </a:cubicBezTo>
                <a:cubicBezTo>
                  <a:pt x="5373995" y="3165884"/>
                  <a:pt x="5418125" y="3216973"/>
                  <a:pt x="5531920" y="3237876"/>
                </a:cubicBezTo>
                <a:lnTo>
                  <a:pt x="5624039" y="3254908"/>
                </a:lnTo>
                <a:cubicBezTo>
                  <a:pt x="5715388" y="3271940"/>
                  <a:pt x="5740154" y="3301355"/>
                  <a:pt x="5740154" y="3345477"/>
                </a:cubicBezTo>
                <a:cubicBezTo>
                  <a:pt x="5740154" y="3425212"/>
                  <a:pt x="5648812" y="3442243"/>
                  <a:pt x="5593847" y="3443019"/>
                </a:cubicBezTo>
                <a:cubicBezTo>
                  <a:pt x="5473084" y="3443019"/>
                  <a:pt x="5431281" y="3370251"/>
                  <a:pt x="5420446" y="3309868"/>
                </a:cubicBezTo>
                <a:lnTo>
                  <a:pt x="5354647" y="3329996"/>
                </a:lnTo>
                <a:cubicBezTo>
                  <a:pt x="5374771" y="3426763"/>
                  <a:pt x="5447540" y="3503397"/>
                  <a:pt x="5592303" y="3503397"/>
                </a:cubicBezTo>
                <a:cubicBezTo>
                  <a:pt x="5689838" y="3503397"/>
                  <a:pt x="5805961" y="3466242"/>
                  <a:pt x="5805961" y="3344702"/>
                </a:cubicBezTo>
                <a:cubicBezTo>
                  <a:pt x="5805961" y="3257228"/>
                  <a:pt x="5744803" y="3209230"/>
                  <a:pt x="5637970" y="3190653"/>
                </a:cubicBezTo>
                <a:lnTo>
                  <a:pt x="5545853" y="3174397"/>
                </a:lnTo>
                <a:cubicBezTo>
                  <a:pt x="5468441" y="3160462"/>
                  <a:pt x="5440572" y="3129501"/>
                  <a:pt x="5440572" y="3090020"/>
                </a:cubicBezTo>
                <a:cubicBezTo>
                  <a:pt x="5440572" y="3027316"/>
                  <a:pt x="5510243" y="3004093"/>
                  <a:pt x="5575268" y="3004093"/>
                </a:cubicBezTo>
                <a:cubicBezTo>
                  <a:pt x="5682100" y="3004093"/>
                  <a:pt x="5725447" y="3060599"/>
                  <a:pt x="5736289" y="3110142"/>
                </a:cubicBezTo>
                <a:lnTo>
                  <a:pt x="5801313" y="3088470"/>
                </a:lnTo>
                <a:cubicBezTo>
                  <a:pt x="5782732" y="3014157"/>
                  <a:pt x="5716933" y="2944485"/>
                  <a:pt x="5575268" y="294448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94000"/>
                </a:lnTo>
                <a:lnTo>
                  <a:pt x="0" y="68940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wrap="square" tIns="144000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948647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 and black symb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4B5FF4F0-557A-D815-8457-7AEC3CA02D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8000"/>
            <a:ext cx="12192000" cy="6894000"/>
          </a:xfrm>
          <a:custGeom>
            <a:avLst/>
            <a:gdLst>
              <a:gd name="connsiteX0" fmla="*/ 6330870 w 12192000"/>
              <a:gd name="connsiteY0" fmla="*/ 3463817 h 6894000"/>
              <a:gd name="connsiteX1" fmla="*/ 6677370 w 12192000"/>
              <a:gd name="connsiteY1" fmla="*/ 3876287 h 6894000"/>
              <a:gd name="connsiteX2" fmla="*/ 6677370 w 12192000"/>
              <a:gd name="connsiteY2" fmla="*/ 3463817 h 6894000"/>
              <a:gd name="connsiteX3" fmla="*/ 5522400 w 12192000"/>
              <a:gd name="connsiteY3" fmla="*/ 3463817 h 6894000"/>
              <a:gd name="connsiteX4" fmla="*/ 5522400 w 12192000"/>
              <a:gd name="connsiteY4" fmla="*/ 3876287 h 6894000"/>
              <a:gd name="connsiteX5" fmla="*/ 5868900 w 12192000"/>
              <a:gd name="connsiteY5" fmla="*/ 3463817 h 6894000"/>
              <a:gd name="connsiteX6" fmla="*/ 5926680 w 12192000"/>
              <a:gd name="connsiteY6" fmla="*/ 3051257 h 6894000"/>
              <a:gd name="connsiteX7" fmla="*/ 5868990 w 12192000"/>
              <a:gd name="connsiteY7" fmla="*/ 3463727 h 6894000"/>
              <a:gd name="connsiteX8" fmla="*/ 6330960 w 12192000"/>
              <a:gd name="connsiteY8" fmla="*/ 3463727 h 6894000"/>
              <a:gd name="connsiteX9" fmla="*/ 6273180 w 12192000"/>
              <a:gd name="connsiteY9" fmla="*/ 3051257 h 6894000"/>
              <a:gd name="connsiteX10" fmla="*/ 0 w 12192000"/>
              <a:gd name="connsiteY10" fmla="*/ 0 h 6894000"/>
              <a:gd name="connsiteX11" fmla="*/ 12192000 w 12192000"/>
              <a:gd name="connsiteY11" fmla="*/ 0 h 6894000"/>
              <a:gd name="connsiteX12" fmla="*/ 12192000 w 12192000"/>
              <a:gd name="connsiteY12" fmla="*/ 6894000 h 6894000"/>
              <a:gd name="connsiteX13" fmla="*/ 0 w 12192000"/>
              <a:gd name="connsiteY13" fmla="*/ 6894000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94000">
                <a:moveTo>
                  <a:pt x="6330870" y="3463817"/>
                </a:moveTo>
                <a:cubicBezTo>
                  <a:pt x="6395130" y="3700517"/>
                  <a:pt x="6510960" y="3876287"/>
                  <a:pt x="6677370" y="3876287"/>
                </a:cubicBezTo>
                <a:lnTo>
                  <a:pt x="6677370" y="3463817"/>
                </a:lnTo>
                <a:close/>
                <a:moveTo>
                  <a:pt x="5522400" y="3463817"/>
                </a:moveTo>
                <a:lnTo>
                  <a:pt x="5522400" y="3876287"/>
                </a:lnTo>
                <a:cubicBezTo>
                  <a:pt x="5688810" y="3876287"/>
                  <a:pt x="5804640" y="3700517"/>
                  <a:pt x="5868900" y="3463817"/>
                </a:cubicBezTo>
                <a:close/>
                <a:moveTo>
                  <a:pt x="5926680" y="3051257"/>
                </a:moveTo>
                <a:cubicBezTo>
                  <a:pt x="5926680" y="3194537"/>
                  <a:pt x="5903101" y="3337817"/>
                  <a:pt x="5868990" y="3463727"/>
                </a:cubicBezTo>
                <a:lnTo>
                  <a:pt x="6330960" y="3463727"/>
                </a:lnTo>
                <a:cubicBezTo>
                  <a:pt x="6296760" y="3337727"/>
                  <a:pt x="6273180" y="3194537"/>
                  <a:pt x="6273180" y="305125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94000"/>
                </a:lnTo>
                <a:lnTo>
                  <a:pt x="0" y="6894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 tIns="144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98379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A7668C5-C208-730B-570E-02D098CE9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-8765"/>
            <a:ext cx="12192000" cy="6866765"/>
            <a:chOff x="1" y="-8765"/>
            <a:chExt cx="12192000" cy="686676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F56833D-A69A-8A38-C4C0-1EF09572313D}"/>
                </a:ext>
              </a:extLst>
            </p:cNvPr>
            <p:cNvSpPr/>
            <p:nvPr userDrawn="1"/>
          </p:nvSpPr>
          <p:spPr>
            <a:xfrm>
              <a:off x="1" y="3858221"/>
              <a:ext cx="10221103" cy="2999779"/>
            </a:xfrm>
            <a:custGeom>
              <a:avLst/>
              <a:gdLst>
                <a:gd name="connsiteX0" fmla="*/ 10221103 w 10221103"/>
                <a:gd name="connsiteY0" fmla="*/ 0 h 2999779"/>
                <a:gd name="connsiteX1" fmla="*/ 10221103 w 10221103"/>
                <a:gd name="connsiteY1" fmla="*/ 2999779 h 2999779"/>
                <a:gd name="connsiteX2" fmla="*/ 0 w 10221103"/>
                <a:gd name="connsiteY2" fmla="*/ 2999779 h 2999779"/>
                <a:gd name="connsiteX3" fmla="*/ 0 w 10221103"/>
                <a:gd name="connsiteY3" fmla="*/ 1948685 h 2999779"/>
                <a:gd name="connsiteX4" fmla="*/ 1570088 w 10221103"/>
                <a:gd name="connsiteY4" fmla="*/ 2004767 h 2999779"/>
                <a:gd name="connsiteX5" fmla="*/ 10221103 w 10221103"/>
                <a:gd name="connsiteY5" fmla="*/ 0 h 29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21103" h="2999779">
                  <a:moveTo>
                    <a:pt x="10221103" y="0"/>
                  </a:moveTo>
                  <a:lnTo>
                    <a:pt x="10221103" y="2999779"/>
                  </a:lnTo>
                  <a:lnTo>
                    <a:pt x="0" y="2999779"/>
                  </a:lnTo>
                  <a:lnTo>
                    <a:pt x="0" y="1948685"/>
                  </a:lnTo>
                  <a:cubicBezTo>
                    <a:pt x="514196" y="1985713"/>
                    <a:pt x="1038173" y="2004767"/>
                    <a:pt x="1570088" y="2004767"/>
                  </a:cubicBezTo>
                  <a:cubicBezTo>
                    <a:pt x="4937830" y="2004767"/>
                    <a:pt x="7991058" y="1240142"/>
                    <a:pt x="10221103" y="0"/>
                  </a:cubicBezTo>
                  <a:close/>
                </a:path>
              </a:pathLst>
            </a:custGeom>
            <a:solidFill>
              <a:srgbClr val="151515"/>
            </a:solidFill>
            <a:ln w="6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C632AEB-5DD5-8C36-F000-6D51E3278E9E}"/>
                </a:ext>
              </a:extLst>
            </p:cNvPr>
            <p:cNvSpPr/>
            <p:nvPr userDrawn="1"/>
          </p:nvSpPr>
          <p:spPr>
            <a:xfrm>
              <a:off x="10221104" y="-8765"/>
              <a:ext cx="1970897" cy="3866986"/>
            </a:xfrm>
            <a:custGeom>
              <a:avLst/>
              <a:gdLst>
                <a:gd name="connsiteX0" fmla="*/ 0 w 1970897"/>
                <a:gd name="connsiteY0" fmla="*/ 0 h 3866986"/>
                <a:gd name="connsiteX1" fmla="*/ 1970897 w 1970897"/>
                <a:gd name="connsiteY1" fmla="*/ 0 h 3866986"/>
                <a:gd name="connsiteX2" fmla="*/ 1970897 w 1970897"/>
                <a:gd name="connsiteY2" fmla="*/ 2244988 h 3866986"/>
                <a:gd name="connsiteX3" fmla="*/ 1861158 w 1970897"/>
                <a:gd name="connsiteY3" fmla="*/ 2383180 h 3866986"/>
                <a:gd name="connsiteX4" fmla="*/ 0 w 1970897"/>
                <a:gd name="connsiteY4" fmla="*/ 3866986 h 386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897" h="3866986">
                  <a:moveTo>
                    <a:pt x="0" y="0"/>
                  </a:moveTo>
                  <a:lnTo>
                    <a:pt x="1970897" y="0"/>
                  </a:lnTo>
                  <a:lnTo>
                    <a:pt x="1970897" y="2244988"/>
                  </a:lnTo>
                  <a:lnTo>
                    <a:pt x="1861158" y="2383180"/>
                  </a:lnTo>
                  <a:cubicBezTo>
                    <a:pt x="1397936" y="2939572"/>
                    <a:pt x="764887" y="3441374"/>
                    <a:pt x="0" y="3866986"/>
                  </a:cubicBezTo>
                  <a:close/>
                </a:path>
              </a:pathLst>
            </a:custGeom>
            <a:solidFill>
              <a:srgbClr val="151515"/>
            </a:solidFill>
            <a:ln w="6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125537"/>
            <a:ext cx="8737963" cy="221297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D1AA6-A05F-9E03-9207-161891E4AF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519488"/>
            <a:ext cx="6615475" cy="13081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A8047D6D-C57E-FABD-B844-D23AE579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71293" y="5757403"/>
            <a:ext cx="806350" cy="576000"/>
          </a:xfrm>
          <a:custGeom>
            <a:avLst/>
            <a:gdLst>
              <a:gd name="connsiteX0" fmla="*/ 794576 w 1222343"/>
              <a:gd name="connsiteY0" fmla="*/ 0 h 873156"/>
              <a:gd name="connsiteX1" fmla="*/ 855726 w 1222343"/>
              <a:gd name="connsiteY1" fmla="*/ 436531 h 873156"/>
              <a:gd name="connsiteX2" fmla="*/ 366808 w 1222343"/>
              <a:gd name="connsiteY2" fmla="*/ 436531 h 873156"/>
              <a:gd name="connsiteX3" fmla="*/ 427863 w 1222343"/>
              <a:gd name="connsiteY3" fmla="*/ 0 h 873156"/>
              <a:gd name="connsiteX4" fmla="*/ 794576 w 1222343"/>
              <a:gd name="connsiteY4" fmla="*/ 0 h 873156"/>
              <a:gd name="connsiteX5" fmla="*/ 0 w 1222343"/>
              <a:gd name="connsiteY5" fmla="*/ 873157 h 873156"/>
              <a:gd name="connsiteX6" fmla="*/ 366713 w 1222343"/>
              <a:gd name="connsiteY6" fmla="*/ 436626 h 873156"/>
              <a:gd name="connsiteX7" fmla="*/ 0 w 1222343"/>
              <a:gd name="connsiteY7" fmla="*/ 436626 h 873156"/>
              <a:gd name="connsiteX8" fmla="*/ 0 w 1222343"/>
              <a:gd name="connsiteY8" fmla="*/ 873157 h 873156"/>
              <a:gd name="connsiteX9" fmla="*/ 1222343 w 1222343"/>
              <a:gd name="connsiteY9" fmla="*/ 436626 h 873156"/>
              <a:gd name="connsiteX10" fmla="*/ 1222343 w 1222343"/>
              <a:gd name="connsiteY10" fmla="*/ 873157 h 873156"/>
              <a:gd name="connsiteX11" fmla="*/ 855631 w 1222343"/>
              <a:gd name="connsiteY11" fmla="*/ 436626 h 873156"/>
              <a:gd name="connsiteX12" fmla="*/ 1222343 w 1222343"/>
              <a:gd name="connsiteY12" fmla="*/ 436626 h 873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2343" h="873156">
                <a:moveTo>
                  <a:pt x="794576" y="0"/>
                </a:moveTo>
                <a:cubicBezTo>
                  <a:pt x="794576" y="151638"/>
                  <a:pt x="819531" y="303181"/>
                  <a:pt x="855726" y="436531"/>
                </a:cubicBezTo>
                <a:lnTo>
                  <a:pt x="366808" y="436531"/>
                </a:lnTo>
                <a:cubicBezTo>
                  <a:pt x="402908" y="303276"/>
                  <a:pt x="427863" y="151638"/>
                  <a:pt x="427863" y="0"/>
                </a:cubicBezTo>
                <a:lnTo>
                  <a:pt x="794576" y="0"/>
                </a:lnTo>
                <a:close/>
                <a:moveTo>
                  <a:pt x="0" y="873157"/>
                </a:moveTo>
                <a:cubicBezTo>
                  <a:pt x="176117" y="873157"/>
                  <a:pt x="298704" y="687134"/>
                  <a:pt x="366713" y="436626"/>
                </a:cubicBezTo>
                <a:lnTo>
                  <a:pt x="0" y="436626"/>
                </a:lnTo>
                <a:lnTo>
                  <a:pt x="0" y="873157"/>
                </a:lnTo>
                <a:close/>
                <a:moveTo>
                  <a:pt x="1222343" y="436626"/>
                </a:moveTo>
                <a:lnTo>
                  <a:pt x="1222343" y="873157"/>
                </a:lnTo>
                <a:cubicBezTo>
                  <a:pt x="1046226" y="873157"/>
                  <a:pt x="923639" y="687134"/>
                  <a:pt x="855631" y="436626"/>
                </a:cubicBezTo>
                <a:lnTo>
                  <a:pt x="1222343" y="436626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635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purple">
    <p:bg>
      <p:bgPr>
        <a:solidFill>
          <a:srgbClr val="D78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A7668C5-C208-730B-570E-02D098CE9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-8765"/>
            <a:ext cx="12192000" cy="6866765"/>
            <a:chOff x="1" y="-8765"/>
            <a:chExt cx="12192000" cy="686676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F56833D-A69A-8A38-C4C0-1EF09572313D}"/>
                </a:ext>
              </a:extLst>
            </p:cNvPr>
            <p:cNvSpPr/>
            <p:nvPr userDrawn="1"/>
          </p:nvSpPr>
          <p:spPr>
            <a:xfrm>
              <a:off x="1" y="3858221"/>
              <a:ext cx="10221103" cy="2999779"/>
            </a:xfrm>
            <a:custGeom>
              <a:avLst/>
              <a:gdLst>
                <a:gd name="connsiteX0" fmla="*/ 10221103 w 10221103"/>
                <a:gd name="connsiteY0" fmla="*/ 0 h 2999779"/>
                <a:gd name="connsiteX1" fmla="*/ 10221103 w 10221103"/>
                <a:gd name="connsiteY1" fmla="*/ 2999779 h 2999779"/>
                <a:gd name="connsiteX2" fmla="*/ 0 w 10221103"/>
                <a:gd name="connsiteY2" fmla="*/ 2999779 h 2999779"/>
                <a:gd name="connsiteX3" fmla="*/ 0 w 10221103"/>
                <a:gd name="connsiteY3" fmla="*/ 1948685 h 2999779"/>
                <a:gd name="connsiteX4" fmla="*/ 1570088 w 10221103"/>
                <a:gd name="connsiteY4" fmla="*/ 2004767 h 2999779"/>
                <a:gd name="connsiteX5" fmla="*/ 10221103 w 10221103"/>
                <a:gd name="connsiteY5" fmla="*/ 0 h 29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21103" h="2999779">
                  <a:moveTo>
                    <a:pt x="10221103" y="0"/>
                  </a:moveTo>
                  <a:lnTo>
                    <a:pt x="10221103" y="2999779"/>
                  </a:lnTo>
                  <a:lnTo>
                    <a:pt x="0" y="2999779"/>
                  </a:lnTo>
                  <a:lnTo>
                    <a:pt x="0" y="1948685"/>
                  </a:lnTo>
                  <a:cubicBezTo>
                    <a:pt x="514196" y="1985713"/>
                    <a:pt x="1038173" y="2004767"/>
                    <a:pt x="1570088" y="2004767"/>
                  </a:cubicBezTo>
                  <a:cubicBezTo>
                    <a:pt x="4937830" y="2004767"/>
                    <a:pt x="7991058" y="1240142"/>
                    <a:pt x="10221103" y="0"/>
                  </a:cubicBezTo>
                  <a:close/>
                </a:path>
              </a:pathLst>
            </a:custGeom>
            <a:solidFill>
              <a:srgbClr val="151515"/>
            </a:solidFill>
            <a:ln w="6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C632AEB-5DD5-8C36-F000-6D51E3278E9E}"/>
                </a:ext>
              </a:extLst>
            </p:cNvPr>
            <p:cNvSpPr/>
            <p:nvPr userDrawn="1"/>
          </p:nvSpPr>
          <p:spPr>
            <a:xfrm>
              <a:off x="10221104" y="-8765"/>
              <a:ext cx="1970897" cy="3866986"/>
            </a:xfrm>
            <a:custGeom>
              <a:avLst/>
              <a:gdLst>
                <a:gd name="connsiteX0" fmla="*/ 0 w 1970897"/>
                <a:gd name="connsiteY0" fmla="*/ 0 h 3866986"/>
                <a:gd name="connsiteX1" fmla="*/ 1970897 w 1970897"/>
                <a:gd name="connsiteY1" fmla="*/ 0 h 3866986"/>
                <a:gd name="connsiteX2" fmla="*/ 1970897 w 1970897"/>
                <a:gd name="connsiteY2" fmla="*/ 2244988 h 3866986"/>
                <a:gd name="connsiteX3" fmla="*/ 1861158 w 1970897"/>
                <a:gd name="connsiteY3" fmla="*/ 2383180 h 3866986"/>
                <a:gd name="connsiteX4" fmla="*/ 0 w 1970897"/>
                <a:gd name="connsiteY4" fmla="*/ 3866986 h 386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897" h="3866986">
                  <a:moveTo>
                    <a:pt x="0" y="0"/>
                  </a:moveTo>
                  <a:lnTo>
                    <a:pt x="1970897" y="0"/>
                  </a:lnTo>
                  <a:lnTo>
                    <a:pt x="1970897" y="2244988"/>
                  </a:lnTo>
                  <a:lnTo>
                    <a:pt x="1861158" y="2383180"/>
                  </a:lnTo>
                  <a:cubicBezTo>
                    <a:pt x="1397936" y="2939572"/>
                    <a:pt x="764887" y="3441374"/>
                    <a:pt x="0" y="3866986"/>
                  </a:cubicBezTo>
                  <a:close/>
                </a:path>
              </a:pathLst>
            </a:custGeom>
            <a:solidFill>
              <a:srgbClr val="151515"/>
            </a:solidFill>
            <a:ln w="6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125537"/>
            <a:ext cx="8737963" cy="221297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D1AA6-A05F-9E03-9207-161891E4AF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519488"/>
            <a:ext cx="6615475" cy="13081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A8047D6D-C57E-FABD-B844-D23AE579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71293" y="5757403"/>
            <a:ext cx="806350" cy="576000"/>
          </a:xfrm>
          <a:custGeom>
            <a:avLst/>
            <a:gdLst>
              <a:gd name="connsiteX0" fmla="*/ 794576 w 1222343"/>
              <a:gd name="connsiteY0" fmla="*/ 0 h 873156"/>
              <a:gd name="connsiteX1" fmla="*/ 855726 w 1222343"/>
              <a:gd name="connsiteY1" fmla="*/ 436531 h 873156"/>
              <a:gd name="connsiteX2" fmla="*/ 366808 w 1222343"/>
              <a:gd name="connsiteY2" fmla="*/ 436531 h 873156"/>
              <a:gd name="connsiteX3" fmla="*/ 427863 w 1222343"/>
              <a:gd name="connsiteY3" fmla="*/ 0 h 873156"/>
              <a:gd name="connsiteX4" fmla="*/ 794576 w 1222343"/>
              <a:gd name="connsiteY4" fmla="*/ 0 h 873156"/>
              <a:gd name="connsiteX5" fmla="*/ 0 w 1222343"/>
              <a:gd name="connsiteY5" fmla="*/ 873157 h 873156"/>
              <a:gd name="connsiteX6" fmla="*/ 366713 w 1222343"/>
              <a:gd name="connsiteY6" fmla="*/ 436626 h 873156"/>
              <a:gd name="connsiteX7" fmla="*/ 0 w 1222343"/>
              <a:gd name="connsiteY7" fmla="*/ 436626 h 873156"/>
              <a:gd name="connsiteX8" fmla="*/ 0 w 1222343"/>
              <a:gd name="connsiteY8" fmla="*/ 873157 h 873156"/>
              <a:gd name="connsiteX9" fmla="*/ 1222343 w 1222343"/>
              <a:gd name="connsiteY9" fmla="*/ 436626 h 873156"/>
              <a:gd name="connsiteX10" fmla="*/ 1222343 w 1222343"/>
              <a:gd name="connsiteY10" fmla="*/ 873157 h 873156"/>
              <a:gd name="connsiteX11" fmla="*/ 855631 w 1222343"/>
              <a:gd name="connsiteY11" fmla="*/ 436626 h 873156"/>
              <a:gd name="connsiteX12" fmla="*/ 1222343 w 1222343"/>
              <a:gd name="connsiteY12" fmla="*/ 436626 h 873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2343" h="873156">
                <a:moveTo>
                  <a:pt x="794576" y="0"/>
                </a:moveTo>
                <a:cubicBezTo>
                  <a:pt x="794576" y="151638"/>
                  <a:pt x="819531" y="303181"/>
                  <a:pt x="855726" y="436531"/>
                </a:cubicBezTo>
                <a:lnTo>
                  <a:pt x="366808" y="436531"/>
                </a:lnTo>
                <a:cubicBezTo>
                  <a:pt x="402908" y="303276"/>
                  <a:pt x="427863" y="151638"/>
                  <a:pt x="427863" y="0"/>
                </a:cubicBezTo>
                <a:lnTo>
                  <a:pt x="794576" y="0"/>
                </a:lnTo>
                <a:close/>
                <a:moveTo>
                  <a:pt x="0" y="873157"/>
                </a:moveTo>
                <a:cubicBezTo>
                  <a:pt x="176117" y="873157"/>
                  <a:pt x="298704" y="687134"/>
                  <a:pt x="366713" y="436626"/>
                </a:cubicBezTo>
                <a:lnTo>
                  <a:pt x="0" y="436626"/>
                </a:lnTo>
                <a:lnTo>
                  <a:pt x="0" y="873157"/>
                </a:lnTo>
                <a:close/>
                <a:moveTo>
                  <a:pt x="1222343" y="436626"/>
                </a:moveTo>
                <a:lnTo>
                  <a:pt x="1222343" y="873157"/>
                </a:lnTo>
                <a:cubicBezTo>
                  <a:pt x="1046226" y="873157"/>
                  <a:pt x="923639" y="687134"/>
                  <a:pt x="855631" y="436626"/>
                </a:cubicBezTo>
                <a:lnTo>
                  <a:pt x="1222343" y="436626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28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F0CD3F22-67DD-E3B8-0A23-2225CBD2EF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358775"/>
            <a:ext cx="2736000" cy="248400"/>
          </a:xfr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144000" indent="0">
              <a:buNone/>
              <a:defRPr>
                <a:solidFill>
                  <a:schemeClr val="bg1"/>
                </a:solidFill>
              </a:defRPr>
            </a:lvl2pPr>
            <a:lvl3pPr marL="288000" indent="0">
              <a:buNone/>
              <a:defRPr>
                <a:solidFill>
                  <a:schemeClr val="bg1"/>
                </a:solidFill>
              </a:defRPr>
            </a:lvl3pPr>
            <a:lvl4pPr marL="432000" indent="0">
              <a:buNone/>
              <a:defRPr>
                <a:solidFill>
                  <a:schemeClr val="bg1"/>
                </a:solidFill>
              </a:defRPr>
            </a:lvl4pPr>
            <a:lvl5pPr marL="576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name of presentation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9EA05-F13E-DE09-5C4A-E72B4F2BF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727200"/>
            <a:ext cx="2736000" cy="11232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2909524B-DE45-4F0C-6584-E9F74644CF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2" y="1850400"/>
            <a:ext cx="2736000" cy="74357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6B1A-68C0-C7A2-7D69-281075C831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71838" y="727200"/>
            <a:ext cx="8559800" cy="4845600"/>
          </a:xfrm>
        </p:spPr>
        <p:txBody>
          <a:bodyPr>
            <a:noAutofit/>
          </a:bodyPr>
          <a:lstStyle>
            <a:lvl1pPr marL="719138" indent="-719138">
              <a:lnSpc>
                <a:spcPct val="100000"/>
              </a:lnSpc>
              <a:buSzPct val="100000"/>
              <a:buFont typeface="+mj-lt"/>
              <a:buAutoNum type="arabicPeriod"/>
              <a:defRPr sz="2800"/>
            </a:lvl1pPr>
            <a:lvl2pPr marL="1073150" indent="-315913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341438" indent="-268288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3pPr>
            <a:lvl4pPr marL="1609725" indent="-268288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4pPr>
            <a:lvl5pPr marL="1878013" indent="-268288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B99C8-FB3A-1D62-141D-84625D77E6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en-US" dirty="0"/>
              <a:t>Strictly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E959D-26FF-F1E0-C67A-F69C2AF80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759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69E621D-FF66-BCE0-CF8A-38EE0AB16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358775"/>
            <a:ext cx="2736000" cy="248400"/>
          </a:xfr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 marL="144000" indent="0">
              <a:buNone/>
              <a:defRPr>
                <a:solidFill>
                  <a:schemeClr val="bg1"/>
                </a:solidFill>
              </a:defRPr>
            </a:lvl2pPr>
            <a:lvl3pPr marL="288000" indent="0">
              <a:buNone/>
              <a:defRPr>
                <a:solidFill>
                  <a:schemeClr val="bg1"/>
                </a:solidFill>
              </a:defRPr>
            </a:lvl3pPr>
            <a:lvl4pPr marL="432000" indent="0">
              <a:buNone/>
              <a:defRPr>
                <a:solidFill>
                  <a:schemeClr val="bg1"/>
                </a:solidFill>
              </a:defRPr>
            </a:lvl4pPr>
            <a:lvl5pPr marL="576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name of presentation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9EA05-F13E-DE09-5C4A-E72B4F2BF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7" y="727200"/>
            <a:ext cx="2736000" cy="11232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55AF551-8767-ED41-B9E2-1152961628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2" y="1850400"/>
            <a:ext cx="2736000" cy="74357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6B1A-68C0-C7A2-7D69-281075C831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71838" y="727200"/>
            <a:ext cx="8559800" cy="4845600"/>
          </a:xfrm>
        </p:spPr>
        <p:txBody>
          <a:bodyPr numCol="2" spcCol="180000">
            <a:noAutofit/>
          </a:bodyPr>
          <a:lstStyle>
            <a:lvl1pPr marL="576000" indent="-576000">
              <a:lnSpc>
                <a:spcPct val="100000"/>
              </a:lnSpc>
              <a:spcBef>
                <a:spcPts val="1800"/>
              </a:spcBef>
              <a:buSzPct val="100000"/>
              <a:buFont typeface="+mj-lt"/>
              <a:buAutoNum type="arabicPeriod"/>
              <a:defRPr sz="1800" b="0"/>
            </a:lvl1pPr>
            <a:lvl2pPr marL="5760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792000" algn="l"/>
                <a:tab pos="1152000" algn="l"/>
                <a:tab pos="1512000" algn="l"/>
              </a:tabLst>
              <a:defRPr sz="1800"/>
            </a:lvl2pPr>
            <a:lvl3pPr marL="86400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/>
            </a:lvl3pPr>
            <a:lvl4pPr marL="108000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/>
            </a:lvl4pPr>
            <a:lvl5pPr marL="1296000" indent="0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 dirty="0"/>
              <a:t>Click to add text, press Enter key and Tab to create sublevel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B20D7-399A-9D39-1070-299AB91189B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en-US" dirty="0"/>
              <a:t>Strictly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9312E-E1E9-4115-D995-6758CD902D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88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E55A3-A97C-C58C-38BF-E8A462115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8DE93B5-5DA9-9DF0-6992-34B96B222B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358775"/>
            <a:ext cx="2736000" cy="248400"/>
          </a:xfr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144000" indent="0">
              <a:buNone/>
              <a:defRPr>
                <a:solidFill>
                  <a:schemeClr val="bg1"/>
                </a:solidFill>
              </a:defRPr>
            </a:lvl2pPr>
            <a:lvl3pPr marL="288000" indent="0">
              <a:buNone/>
              <a:defRPr>
                <a:solidFill>
                  <a:schemeClr val="bg1"/>
                </a:solidFill>
              </a:defRPr>
            </a:lvl3pPr>
            <a:lvl4pPr marL="432000" indent="0">
              <a:buNone/>
              <a:defRPr>
                <a:solidFill>
                  <a:schemeClr val="bg1"/>
                </a:solidFill>
              </a:defRPr>
            </a:lvl4pPr>
            <a:lvl5pPr marL="576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name of presentation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9EA05-F13E-DE09-5C4A-E72B4F2BF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727201"/>
            <a:ext cx="2736000" cy="112223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2C2F19-4F1A-FF33-4B5D-304D254FB4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2" y="1849440"/>
            <a:ext cx="2736000" cy="74453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6B1A-68C0-C7A2-7D69-281075C831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14938" y="727200"/>
            <a:ext cx="6616700" cy="4844926"/>
          </a:xfrm>
        </p:spPr>
        <p:txBody>
          <a:bodyPr>
            <a:noAutofit/>
          </a:bodyPr>
          <a:lstStyle>
            <a:lvl1pPr marL="360363" indent="-360363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  <a:defRPr sz="2800"/>
            </a:lvl1pPr>
            <a:lvl2pPr marL="630000" indent="-21590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90011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600"/>
            </a:lvl3pPr>
            <a:lvl4pPr marL="1166813" indent="-179388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4pPr>
            <a:lvl5pPr marL="143351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B99C8-FB3A-1D62-141D-84625D77E6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099913" y="6457346"/>
            <a:ext cx="969962" cy="14400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Strictly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E959D-26FF-F1E0-C67A-F69C2AF80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256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801EC40A-8ADE-0795-567B-8C027B4DC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8000"/>
            <a:ext cx="4064000" cy="6894000"/>
          </a:xfrm>
          <a:custGeom>
            <a:avLst/>
            <a:gdLst>
              <a:gd name="connsiteX0" fmla="*/ 1191539 w 4064000"/>
              <a:gd name="connsiteY0" fmla="*/ 6556402 h 6894000"/>
              <a:gd name="connsiteX1" fmla="*/ 1191539 w 4064000"/>
              <a:gd name="connsiteY1" fmla="*/ 6563581 h 6894000"/>
              <a:gd name="connsiteX2" fmla="*/ 1161180 w 4064000"/>
              <a:gd name="connsiteY2" fmla="*/ 6590866 h 6894000"/>
              <a:gd name="connsiteX3" fmla="*/ 1141896 w 4064000"/>
              <a:gd name="connsiteY3" fmla="*/ 6576095 h 6894000"/>
              <a:gd name="connsiteX4" fmla="*/ 1163641 w 4064000"/>
              <a:gd name="connsiteY4" fmla="*/ 6559069 h 6894000"/>
              <a:gd name="connsiteX5" fmla="*/ 991544 w 4064000"/>
              <a:gd name="connsiteY5" fmla="*/ 6516399 h 6894000"/>
              <a:gd name="connsiteX6" fmla="*/ 1013622 w 4064000"/>
              <a:gd name="connsiteY6" fmla="*/ 6524297 h 6894000"/>
              <a:gd name="connsiteX7" fmla="*/ 1023546 w 4064000"/>
              <a:gd name="connsiteY7" fmla="*/ 6551274 h 6894000"/>
              <a:gd name="connsiteX8" fmla="*/ 1013622 w 4064000"/>
              <a:gd name="connsiteY8" fmla="*/ 6578352 h 6894000"/>
              <a:gd name="connsiteX9" fmla="*/ 991544 w 4064000"/>
              <a:gd name="connsiteY9" fmla="*/ 6586352 h 6894000"/>
              <a:gd name="connsiteX10" fmla="*/ 969056 w 4064000"/>
              <a:gd name="connsiteY10" fmla="*/ 6578275 h 6894000"/>
              <a:gd name="connsiteX11" fmla="*/ 958722 w 4064000"/>
              <a:gd name="connsiteY11" fmla="*/ 6551274 h 6894000"/>
              <a:gd name="connsiteX12" fmla="*/ 969056 w 4064000"/>
              <a:gd name="connsiteY12" fmla="*/ 6524374 h 6894000"/>
              <a:gd name="connsiteX13" fmla="*/ 879514 w 4064000"/>
              <a:gd name="connsiteY13" fmla="*/ 6516195 h 6894000"/>
              <a:gd name="connsiteX14" fmla="*/ 901721 w 4064000"/>
              <a:gd name="connsiteY14" fmla="*/ 6524118 h 6894000"/>
              <a:gd name="connsiteX15" fmla="*/ 911926 w 4064000"/>
              <a:gd name="connsiteY15" fmla="*/ 6545120 h 6894000"/>
              <a:gd name="connsiteX16" fmla="*/ 846693 w 4064000"/>
              <a:gd name="connsiteY16" fmla="*/ 6545120 h 6894000"/>
              <a:gd name="connsiteX17" fmla="*/ 857641 w 4064000"/>
              <a:gd name="connsiteY17" fmla="*/ 6524042 h 6894000"/>
              <a:gd name="connsiteX18" fmla="*/ 1061499 w 4064000"/>
              <a:gd name="connsiteY18" fmla="*/ 6503475 h 6894000"/>
              <a:gd name="connsiteX19" fmla="*/ 1061499 w 4064000"/>
              <a:gd name="connsiteY19" fmla="*/ 6603379 h 6894000"/>
              <a:gd name="connsiteX20" fmla="*/ 1077909 w 4064000"/>
              <a:gd name="connsiteY20" fmla="*/ 6603379 h 6894000"/>
              <a:gd name="connsiteX21" fmla="*/ 1077909 w 4064000"/>
              <a:gd name="connsiteY21" fmla="*/ 6603379 h 6894000"/>
              <a:gd name="connsiteX22" fmla="*/ 1077909 w 4064000"/>
              <a:gd name="connsiteY22" fmla="*/ 6540401 h 6894000"/>
              <a:gd name="connsiteX23" fmla="*/ 1101913 w 4064000"/>
              <a:gd name="connsiteY23" fmla="*/ 6519682 h 6894000"/>
              <a:gd name="connsiteX24" fmla="*/ 1115656 w 4064000"/>
              <a:gd name="connsiteY24" fmla="*/ 6519682 h 6894000"/>
              <a:gd name="connsiteX25" fmla="*/ 1115656 w 4064000"/>
              <a:gd name="connsiteY25" fmla="*/ 6503475 h 6894000"/>
              <a:gd name="connsiteX26" fmla="*/ 1101707 w 4064000"/>
              <a:gd name="connsiteY26" fmla="*/ 6503475 h 6894000"/>
              <a:gd name="connsiteX27" fmla="*/ 1078526 w 4064000"/>
              <a:gd name="connsiteY27" fmla="*/ 6519271 h 6894000"/>
              <a:gd name="connsiteX28" fmla="*/ 1076679 w 4064000"/>
              <a:gd name="connsiteY28" fmla="*/ 6519271 h 6894000"/>
              <a:gd name="connsiteX29" fmla="*/ 1076679 w 4064000"/>
              <a:gd name="connsiteY29" fmla="*/ 6503475 h 6894000"/>
              <a:gd name="connsiteX30" fmla="*/ 1076679 w 4064000"/>
              <a:gd name="connsiteY30" fmla="*/ 6503475 h 6894000"/>
              <a:gd name="connsiteX31" fmla="*/ 1168565 w 4064000"/>
              <a:gd name="connsiteY31" fmla="*/ 6501423 h 6894000"/>
              <a:gd name="connsiteX32" fmla="*/ 1126715 w 4064000"/>
              <a:gd name="connsiteY32" fmla="*/ 6526246 h 6894000"/>
              <a:gd name="connsiteX33" fmla="*/ 1140870 w 4064000"/>
              <a:gd name="connsiteY33" fmla="*/ 6534247 h 6894000"/>
              <a:gd name="connsiteX34" fmla="*/ 1150820 w 4064000"/>
              <a:gd name="connsiteY34" fmla="*/ 6521067 h 6894000"/>
              <a:gd name="connsiteX35" fmla="*/ 1168769 w 4064000"/>
              <a:gd name="connsiteY35" fmla="*/ 6516195 h 6894000"/>
              <a:gd name="connsiteX36" fmla="*/ 1185539 w 4064000"/>
              <a:gd name="connsiteY36" fmla="*/ 6521400 h 6894000"/>
              <a:gd name="connsiteX37" fmla="*/ 1191539 w 4064000"/>
              <a:gd name="connsiteY37" fmla="*/ 6538760 h 6894000"/>
              <a:gd name="connsiteX38" fmla="*/ 1191539 w 4064000"/>
              <a:gd name="connsiteY38" fmla="*/ 6543068 h 6894000"/>
              <a:gd name="connsiteX39" fmla="*/ 1162411 w 4064000"/>
              <a:gd name="connsiteY39" fmla="*/ 6545735 h 6894000"/>
              <a:gd name="connsiteX40" fmla="*/ 1125280 w 4064000"/>
              <a:gd name="connsiteY40" fmla="*/ 6577121 h 6894000"/>
              <a:gd name="connsiteX41" fmla="*/ 1155846 w 4064000"/>
              <a:gd name="connsiteY41" fmla="*/ 6605636 h 6894000"/>
              <a:gd name="connsiteX42" fmla="*/ 1190718 w 4064000"/>
              <a:gd name="connsiteY42" fmla="*/ 6585122 h 6894000"/>
              <a:gd name="connsiteX43" fmla="*/ 1192156 w 4064000"/>
              <a:gd name="connsiteY43" fmla="*/ 6585122 h 6894000"/>
              <a:gd name="connsiteX44" fmla="*/ 1192156 w 4064000"/>
              <a:gd name="connsiteY44" fmla="*/ 6586148 h 6894000"/>
              <a:gd name="connsiteX45" fmla="*/ 1209387 w 4064000"/>
              <a:gd name="connsiteY45" fmla="*/ 6603379 h 6894000"/>
              <a:gd name="connsiteX46" fmla="*/ 1220055 w 4064000"/>
              <a:gd name="connsiteY46" fmla="*/ 6603379 h 6894000"/>
              <a:gd name="connsiteX47" fmla="*/ 1220055 w 4064000"/>
              <a:gd name="connsiteY47" fmla="*/ 6603379 h 6894000"/>
              <a:gd name="connsiteX48" fmla="*/ 1220055 w 4064000"/>
              <a:gd name="connsiteY48" fmla="*/ 6588198 h 6894000"/>
              <a:gd name="connsiteX49" fmla="*/ 1220055 w 4064000"/>
              <a:gd name="connsiteY49" fmla="*/ 6588198 h 6894000"/>
              <a:gd name="connsiteX50" fmla="*/ 1207952 w 4064000"/>
              <a:gd name="connsiteY50" fmla="*/ 6588198 h 6894000"/>
              <a:gd name="connsiteX51" fmla="*/ 1207952 w 4064000"/>
              <a:gd name="connsiteY51" fmla="*/ 6538554 h 6894000"/>
              <a:gd name="connsiteX52" fmla="*/ 1168565 w 4064000"/>
              <a:gd name="connsiteY52" fmla="*/ 6501423 h 6894000"/>
              <a:gd name="connsiteX53" fmla="*/ 879514 w 4064000"/>
              <a:gd name="connsiteY53" fmla="*/ 6501423 h 6894000"/>
              <a:gd name="connsiteX54" fmla="*/ 830075 w 4064000"/>
              <a:gd name="connsiteY54" fmla="*/ 6553530 h 6894000"/>
              <a:gd name="connsiteX55" fmla="*/ 880541 w 4064000"/>
              <a:gd name="connsiteY55" fmla="*/ 6605635 h 6894000"/>
              <a:gd name="connsiteX56" fmla="*/ 880541 w 4064000"/>
              <a:gd name="connsiteY56" fmla="*/ 6605635 h 6894000"/>
              <a:gd name="connsiteX57" fmla="*/ 880541 w 4064000"/>
              <a:gd name="connsiteY57" fmla="*/ 6605635 h 6894000"/>
              <a:gd name="connsiteX58" fmla="*/ 925877 w 4064000"/>
              <a:gd name="connsiteY58" fmla="*/ 6581840 h 6894000"/>
              <a:gd name="connsiteX59" fmla="*/ 912132 w 4064000"/>
              <a:gd name="connsiteY59" fmla="*/ 6573019 h 6894000"/>
              <a:gd name="connsiteX60" fmla="*/ 912132 w 4064000"/>
              <a:gd name="connsiteY60" fmla="*/ 6573019 h 6894000"/>
              <a:gd name="connsiteX61" fmla="*/ 912132 w 4064000"/>
              <a:gd name="connsiteY61" fmla="*/ 6573019 h 6894000"/>
              <a:gd name="connsiteX62" fmla="*/ 899670 w 4064000"/>
              <a:gd name="connsiteY62" fmla="*/ 6585379 h 6894000"/>
              <a:gd name="connsiteX63" fmla="*/ 880746 w 4064000"/>
              <a:gd name="connsiteY63" fmla="*/ 6590661 h 6894000"/>
              <a:gd name="connsiteX64" fmla="*/ 857719 w 4064000"/>
              <a:gd name="connsiteY64" fmla="*/ 6581814 h 6894000"/>
              <a:gd name="connsiteX65" fmla="*/ 846693 w 4064000"/>
              <a:gd name="connsiteY65" fmla="*/ 6558658 h 6894000"/>
              <a:gd name="connsiteX66" fmla="*/ 928133 w 4064000"/>
              <a:gd name="connsiteY66" fmla="*/ 6558658 h 6894000"/>
              <a:gd name="connsiteX67" fmla="*/ 928133 w 4064000"/>
              <a:gd name="connsiteY67" fmla="*/ 6558658 h 6894000"/>
              <a:gd name="connsiteX68" fmla="*/ 928133 w 4064000"/>
              <a:gd name="connsiteY68" fmla="*/ 6549017 h 6894000"/>
              <a:gd name="connsiteX69" fmla="*/ 879514 w 4064000"/>
              <a:gd name="connsiteY69" fmla="*/ 6501423 h 6894000"/>
              <a:gd name="connsiteX70" fmla="*/ 879514 w 4064000"/>
              <a:gd name="connsiteY70" fmla="*/ 6501423 h 6894000"/>
              <a:gd name="connsiteX71" fmla="*/ 988261 w 4064000"/>
              <a:gd name="connsiteY71" fmla="*/ 6501219 h 6894000"/>
              <a:gd name="connsiteX72" fmla="*/ 941900 w 4064000"/>
              <a:gd name="connsiteY72" fmla="*/ 6551274 h 6894000"/>
              <a:gd name="connsiteX73" fmla="*/ 988261 w 4064000"/>
              <a:gd name="connsiteY73" fmla="*/ 6601533 h 6894000"/>
              <a:gd name="connsiteX74" fmla="*/ 988261 w 4064000"/>
              <a:gd name="connsiteY74" fmla="*/ 6601533 h 6894000"/>
              <a:gd name="connsiteX75" fmla="*/ 988261 w 4064000"/>
              <a:gd name="connsiteY75" fmla="*/ 6601533 h 6894000"/>
              <a:gd name="connsiteX76" fmla="*/ 1021084 w 4064000"/>
              <a:gd name="connsiteY76" fmla="*/ 6584507 h 6894000"/>
              <a:gd name="connsiteX77" fmla="*/ 1023340 w 4064000"/>
              <a:gd name="connsiteY77" fmla="*/ 6584507 h 6894000"/>
              <a:gd name="connsiteX78" fmla="*/ 1023340 w 4064000"/>
              <a:gd name="connsiteY78" fmla="*/ 6627586 h 6894000"/>
              <a:gd name="connsiteX79" fmla="*/ 957490 w 4064000"/>
              <a:gd name="connsiteY79" fmla="*/ 6627586 h 6894000"/>
              <a:gd name="connsiteX80" fmla="*/ 957490 w 4064000"/>
              <a:gd name="connsiteY80" fmla="*/ 6627586 h 6894000"/>
              <a:gd name="connsiteX81" fmla="*/ 957490 w 4064000"/>
              <a:gd name="connsiteY81" fmla="*/ 6642767 h 6894000"/>
              <a:gd name="connsiteX82" fmla="*/ 957490 w 4064000"/>
              <a:gd name="connsiteY82" fmla="*/ 6642767 h 6894000"/>
              <a:gd name="connsiteX83" fmla="*/ 1006109 w 4064000"/>
              <a:gd name="connsiteY83" fmla="*/ 6642767 h 6894000"/>
              <a:gd name="connsiteX84" fmla="*/ 1006109 w 4064000"/>
              <a:gd name="connsiteY84" fmla="*/ 6642767 h 6894000"/>
              <a:gd name="connsiteX85" fmla="*/ 1039751 w 4064000"/>
              <a:gd name="connsiteY85" fmla="*/ 6607687 h 6894000"/>
              <a:gd name="connsiteX86" fmla="*/ 1039751 w 4064000"/>
              <a:gd name="connsiteY86" fmla="*/ 6503475 h 6894000"/>
              <a:gd name="connsiteX87" fmla="*/ 1039751 w 4064000"/>
              <a:gd name="connsiteY87" fmla="*/ 6503475 h 6894000"/>
              <a:gd name="connsiteX88" fmla="*/ 1023750 w 4064000"/>
              <a:gd name="connsiteY88" fmla="*/ 6503475 h 6894000"/>
              <a:gd name="connsiteX89" fmla="*/ 1023750 w 4064000"/>
              <a:gd name="connsiteY89" fmla="*/ 6503475 h 6894000"/>
              <a:gd name="connsiteX90" fmla="*/ 1023750 w 4064000"/>
              <a:gd name="connsiteY90" fmla="*/ 6518862 h 6894000"/>
              <a:gd name="connsiteX91" fmla="*/ 1021494 w 4064000"/>
              <a:gd name="connsiteY91" fmla="*/ 6518862 h 6894000"/>
              <a:gd name="connsiteX92" fmla="*/ 988261 w 4064000"/>
              <a:gd name="connsiteY92" fmla="*/ 6501219 h 6894000"/>
              <a:gd name="connsiteX93" fmla="*/ 988261 w 4064000"/>
              <a:gd name="connsiteY93" fmla="*/ 6501219 h 6894000"/>
              <a:gd name="connsiteX94" fmla="*/ 775502 w 4064000"/>
              <a:gd name="connsiteY94" fmla="*/ 6475987 h 6894000"/>
              <a:gd name="connsiteX95" fmla="*/ 775502 w 4064000"/>
              <a:gd name="connsiteY95" fmla="*/ 6503475 h 6894000"/>
              <a:gd name="connsiteX96" fmla="*/ 757039 w 4064000"/>
              <a:gd name="connsiteY96" fmla="*/ 6503475 h 6894000"/>
              <a:gd name="connsiteX97" fmla="*/ 757039 w 4064000"/>
              <a:gd name="connsiteY97" fmla="*/ 6503475 h 6894000"/>
              <a:gd name="connsiteX98" fmla="*/ 757039 w 4064000"/>
              <a:gd name="connsiteY98" fmla="*/ 6518656 h 6894000"/>
              <a:gd name="connsiteX99" fmla="*/ 757039 w 4064000"/>
              <a:gd name="connsiteY99" fmla="*/ 6518656 h 6894000"/>
              <a:gd name="connsiteX100" fmla="*/ 775502 w 4064000"/>
              <a:gd name="connsiteY100" fmla="*/ 6518656 h 6894000"/>
              <a:gd name="connsiteX101" fmla="*/ 775502 w 4064000"/>
              <a:gd name="connsiteY101" fmla="*/ 6579994 h 6894000"/>
              <a:gd name="connsiteX102" fmla="*/ 798889 w 4064000"/>
              <a:gd name="connsiteY102" fmla="*/ 6603379 h 6894000"/>
              <a:gd name="connsiteX103" fmla="*/ 798889 w 4064000"/>
              <a:gd name="connsiteY103" fmla="*/ 6603379 h 6894000"/>
              <a:gd name="connsiteX104" fmla="*/ 819812 w 4064000"/>
              <a:gd name="connsiteY104" fmla="*/ 6603379 h 6894000"/>
              <a:gd name="connsiteX105" fmla="*/ 819812 w 4064000"/>
              <a:gd name="connsiteY105" fmla="*/ 6603379 h 6894000"/>
              <a:gd name="connsiteX106" fmla="*/ 819812 w 4064000"/>
              <a:gd name="connsiteY106" fmla="*/ 6588198 h 6894000"/>
              <a:gd name="connsiteX107" fmla="*/ 819812 w 4064000"/>
              <a:gd name="connsiteY107" fmla="*/ 6588198 h 6894000"/>
              <a:gd name="connsiteX108" fmla="*/ 791913 w 4064000"/>
              <a:gd name="connsiteY108" fmla="*/ 6588198 h 6894000"/>
              <a:gd name="connsiteX109" fmla="*/ 791913 w 4064000"/>
              <a:gd name="connsiteY109" fmla="*/ 6518656 h 6894000"/>
              <a:gd name="connsiteX110" fmla="*/ 819812 w 4064000"/>
              <a:gd name="connsiteY110" fmla="*/ 6518656 h 6894000"/>
              <a:gd name="connsiteX111" fmla="*/ 819812 w 4064000"/>
              <a:gd name="connsiteY111" fmla="*/ 6518656 h 6894000"/>
              <a:gd name="connsiteX112" fmla="*/ 819812 w 4064000"/>
              <a:gd name="connsiteY112" fmla="*/ 6503475 h 6894000"/>
              <a:gd name="connsiteX113" fmla="*/ 819812 w 4064000"/>
              <a:gd name="connsiteY113" fmla="*/ 6503475 h 6894000"/>
              <a:gd name="connsiteX114" fmla="*/ 791913 w 4064000"/>
              <a:gd name="connsiteY114" fmla="*/ 6503475 h 6894000"/>
              <a:gd name="connsiteX115" fmla="*/ 791913 w 4064000"/>
              <a:gd name="connsiteY115" fmla="*/ 6475987 h 6894000"/>
              <a:gd name="connsiteX116" fmla="*/ 791913 w 4064000"/>
              <a:gd name="connsiteY116" fmla="*/ 6475987 h 6894000"/>
              <a:gd name="connsiteX117" fmla="*/ 775502 w 4064000"/>
              <a:gd name="connsiteY117" fmla="*/ 6475987 h 6894000"/>
              <a:gd name="connsiteX118" fmla="*/ 429972 w 4064000"/>
              <a:gd name="connsiteY118" fmla="*/ 6460090 h 6894000"/>
              <a:gd name="connsiteX119" fmla="*/ 419945 w 4064000"/>
              <a:gd name="connsiteY119" fmla="*/ 6531706 h 6894000"/>
              <a:gd name="connsiteX120" fmla="*/ 359788 w 4064000"/>
              <a:gd name="connsiteY120" fmla="*/ 6531706 h 6894000"/>
              <a:gd name="connsiteX121" fmla="*/ 359788 w 4064000"/>
              <a:gd name="connsiteY121" fmla="*/ 6531706 h 6894000"/>
              <a:gd name="connsiteX122" fmla="*/ 359788 w 4064000"/>
              <a:gd name="connsiteY122" fmla="*/ 6603322 h 6894000"/>
              <a:gd name="connsiteX123" fmla="*/ 359788 w 4064000"/>
              <a:gd name="connsiteY123" fmla="*/ 6603322 h 6894000"/>
              <a:gd name="connsiteX124" fmla="*/ 359788 w 4064000"/>
              <a:gd name="connsiteY124" fmla="*/ 6603322 h 6894000"/>
              <a:gd name="connsiteX125" fmla="*/ 419945 w 4064000"/>
              <a:gd name="connsiteY125" fmla="*/ 6531706 h 6894000"/>
              <a:gd name="connsiteX126" fmla="*/ 500155 w 4064000"/>
              <a:gd name="connsiteY126" fmla="*/ 6531706 h 6894000"/>
              <a:gd name="connsiteX127" fmla="*/ 523581 w 4064000"/>
              <a:gd name="connsiteY127" fmla="*/ 6582929 h 6894000"/>
              <a:gd name="connsiteX128" fmla="*/ 560313 w 4064000"/>
              <a:gd name="connsiteY128" fmla="*/ 6603322 h 6894000"/>
              <a:gd name="connsiteX129" fmla="*/ 560313 w 4064000"/>
              <a:gd name="connsiteY129" fmla="*/ 6603322 h 6894000"/>
              <a:gd name="connsiteX130" fmla="*/ 560313 w 4064000"/>
              <a:gd name="connsiteY130" fmla="*/ 6603322 h 6894000"/>
              <a:gd name="connsiteX131" fmla="*/ 560313 w 4064000"/>
              <a:gd name="connsiteY131" fmla="*/ 6531706 h 6894000"/>
              <a:gd name="connsiteX132" fmla="*/ 560313 w 4064000"/>
              <a:gd name="connsiteY132" fmla="*/ 6531706 h 6894000"/>
              <a:gd name="connsiteX133" fmla="*/ 500155 w 4064000"/>
              <a:gd name="connsiteY133" fmla="*/ 6531706 h 6894000"/>
              <a:gd name="connsiteX134" fmla="*/ 490129 w 4064000"/>
              <a:gd name="connsiteY134" fmla="*/ 6460090 h 6894000"/>
              <a:gd name="connsiteX135" fmla="*/ 490129 w 4064000"/>
              <a:gd name="connsiteY135" fmla="*/ 6460090 h 6894000"/>
              <a:gd name="connsiteX136" fmla="*/ 429972 w 4064000"/>
              <a:gd name="connsiteY136" fmla="*/ 6460090 h 6894000"/>
              <a:gd name="connsiteX137" fmla="*/ 686495 w 4064000"/>
              <a:gd name="connsiteY137" fmla="*/ 6457524 h 6894000"/>
              <a:gd name="connsiteX138" fmla="*/ 633158 w 4064000"/>
              <a:gd name="connsiteY138" fmla="*/ 6496911 h 6894000"/>
              <a:gd name="connsiteX139" fmla="*/ 675008 w 4064000"/>
              <a:gd name="connsiteY139" fmla="*/ 6535273 h 6894000"/>
              <a:gd name="connsiteX140" fmla="*/ 699419 w 4064000"/>
              <a:gd name="connsiteY140" fmla="*/ 6539786 h 6894000"/>
              <a:gd name="connsiteX141" fmla="*/ 730190 w 4064000"/>
              <a:gd name="connsiteY141" fmla="*/ 6563787 h 6894000"/>
              <a:gd name="connsiteX142" fmla="*/ 716266 w 4064000"/>
              <a:gd name="connsiteY142" fmla="*/ 6584558 h 6894000"/>
              <a:gd name="connsiteX143" fmla="*/ 691419 w 4064000"/>
              <a:gd name="connsiteY143" fmla="*/ 6589635 h 6894000"/>
              <a:gd name="connsiteX144" fmla="*/ 671142 w 4064000"/>
              <a:gd name="connsiteY144" fmla="*/ 6586372 h 6894000"/>
              <a:gd name="connsiteX145" fmla="*/ 645467 w 4064000"/>
              <a:gd name="connsiteY145" fmla="*/ 6554351 h 6894000"/>
              <a:gd name="connsiteX146" fmla="*/ 645467 w 4064000"/>
              <a:gd name="connsiteY146" fmla="*/ 6554351 h 6894000"/>
              <a:gd name="connsiteX147" fmla="*/ 645467 w 4064000"/>
              <a:gd name="connsiteY147" fmla="*/ 6554351 h 6894000"/>
              <a:gd name="connsiteX148" fmla="*/ 628031 w 4064000"/>
              <a:gd name="connsiteY148" fmla="*/ 6559684 h 6894000"/>
              <a:gd name="connsiteX149" fmla="*/ 691009 w 4064000"/>
              <a:gd name="connsiteY149" fmla="*/ 6605636 h 6894000"/>
              <a:gd name="connsiteX150" fmla="*/ 691009 w 4064000"/>
              <a:gd name="connsiteY150" fmla="*/ 6605636 h 6894000"/>
              <a:gd name="connsiteX151" fmla="*/ 691009 w 4064000"/>
              <a:gd name="connsiteY151" fmla="*/ 6605636 h 6894000"/>
              <a:gd name="connsiteX152" fmla="*/ 747629 w 4064000"/>
              <a:gd name="connsiteY152" fmla="*/ 6563581 h 6894000"/>
              <a:gd name="connsiteX153" fmla="*/ 703111 w 4064000"/>
              <a:gd name="connsiteY153" fmla="*/ 6522759 h 6894000"/>
              <a:gd name="connsiteX154" fmla="*/ 678700 w 4064000"/>
              <a:gd name="connsiteY154" fmla="*/ 6518451 h 6894000"/>
              <a:gd name="connsiteX155" fmla="*/ 650801 w 4064000"/>
              <a:gd name="connsiteY155" fmla="*/ 6496091 h 6894000"/>
              <a:gd name="connsiteX156" fmla="*/ 662187 w 4064000"/>
              <a:gd name="connsiteY156" fmla="*/ 6478474 h 6894000"/>
              <a:gd name="connsiteX157" fmla="*/ 686495 w 4064000"/>
              <a:gd name="connsiteY157" fmla="*/ 6473320 h 6894000"/>
              <a:gd name="connsiteX158" fmla="*/ 717370 w 4064000"/>
              <a:gd name="connsiteY158" fmla="*/ 6482448 h 6894000"/>
              <a:gd name="connsiteX159" fmla="*/ 729166 w 4064000"/>
              <a:gd name="connsiteY159" fmla="*/ 6501423 h 6894000"/>
              <a:gd name="connsiteX160" fmla="*/ 729166 w 4064000"/>
              <a:gd name="connsiteY160" fmla="*/ 6501423 h 6894000"/>
              <a:gd name="connsiteX161" fmla="*/ 729166 w 4064000"/>
              <a:gd name="connsiteY161" fmla="*/ 6501423 h 6894000"/>
              <a:gd name="connsiteX162" fmla="*/ 746397 w 4064000"/>
              <a:gd name="connsiteY162" fmla="*/ 6495680 h 6894000"/>
              <a:gd name="connsiteX163" fmla="*/ 686495 w 4064000"/>
              <a:gd name="connsiteY163" fmla="*/ 6457524 h 6894000"/>
              <a:gd name="connsiteX164" fmla="*/ 686495 w 4064000"/>
              <a:gd name="connsiteY164" fmla="*/ 6457524 h 6894000"/>
              <a:gd name="connsiteX165" fmla="*/ 0 w 4064000"/>
              <a:gd name="connsiteY165" fmla="*/ 0 h 6894000"/>
              <a:gd name="connsiteX166" fmla="*/ 4064000 w 4064000"/>
              <a:gd name="connsiteY166" fmla="*/ 0 h 6894000"/>
              <a:gd name="connsiteX167" fmla="*/ 4064000 w 4064000"/>
              <a:gd name="connsiteY167" fmla="*/ 6894000 h 6894000"/>
              <a:gd name="connsiteX168" fmla="*/ 0 w 4064000"/>
              <a:gd name="connsiteY168" fmla="*/ 6894000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4064000" h="6894000">
                <a:moveTo>
                  <a:pt x="1191539" y="6556402"/>
                </a:moveTo>
                <a:lnTo>
                  <a:pt x="1191539" y="6563581"/>
                </a:lnTo>
                <a:cubicBezTo>
                  <a:pt x="1191539" y="6582661"/>
                  <a:pt x="1174923" y="6590866"/>
                  <a:pt x="1161180" y="6590866"/>
                </a:cubicBezTo>
                <a:cubicBezTo>
                  <a:pt x="1151332" y="6590866"/>
                  <a:pt x="1141896" y="6586763"/>
                  <a:pt x="1141896" y="6576095"/>
                </a:cubicBezTo>
                <a:cubicBezTo>
                  <a:pt x="1141896" y="6566248"/>
                  <a:pt x="1150102" y="6560299"/>
                  <a:pt x="1163641" y="6559069"/>
                </a:cubicBezTo>
                <a:close/>
                <a:moveTo>
                  <a:pt x="991544" y="6516399"/>
                </a:moveTo>
                <a:lnTo>
                  <a:pt x="1013622" y="6524297"/>
                </a:lnTo>
                <a:cubicBezTo>
                  <a:pt x="1019597" y="6529836"/>
                  <a:pt x="1023546" y="6538555"/>
                  <a:pt x="1023546" y="6551274"/>
                </a:cubicBezTo>
                <a:cubicBezTo>
                  <a:pt x="1023546" y="6563992"/>
                  <a:pt x="1019597" y="6572762"/>
                  <a:pt x="1013622" y="6578352"/>
                </a:cubicBezTo>
                <a:lnTo>
                  <a:pt x="991544" y="6586352"/>
                </a:lnTo>
                <a:lnTo>
                  <a:pt x="969056" y="6578275"/>
                </a:lnTo>
                <a:cubicBezTo>
                  <a:pt x="962876" y="6572660"/>
                  <a:pt x="958722" y="6563890"/>
                  <a:pt x="958722" y="6551274"/>
                </a:cubicBezTo>
                <a:cubicBezTo>
                  <a:pt x="958722" y="6538657"/>
                  <a:pt x="962876" y="6529939"/>
                  <a:pt x="969056" y="6524374"/>
                </a:cubicBezTo>
                <a:close/>
                <a:moveTo>
                  <a:pt x="879514" y="6516195"/>
                </a:moveTo>
                <a:lnTo>
                  <a:pt x="901721" y="6524118"/>
                </a:lnTo>
                <a:cubicBezTo>
                  <a:pt x="907465" y="6529170"/>
                  <a:pt x="911209" y="6536401"/>
                  <a:pt x="911926" y="6545120"/>
                </a:cubicBezTo>
                <a:lnTo>
                  <a:pt x="846693" y="6545120"/>
                </a:lnTo>
                <a:cubicBezTo>
                  <a:pt x="847513" y="6536299"/>
                  <a:pt x="851667" y="6529067"/>
                  <a:pt x="857641" y="6524042"/>
                </a:cubicBezTo>
                <a:close/>
                <a:moveTo>
                  <a:pt x="1061499" y="6503475"/>
                </a:moveTo>
                <a:lnTo>
                  <a:pt x="1061499" y="6603379"/>
                </a:lnTo>
                <a:lnTo>
                  <a:pt x="1077909" y="6603379"/>
                </a:lnTo>
                <a:lnTo>
                  <a:pt x="1077909" y="6603379"/>
                </a:lnTo>
                <a:lnTo>
                  <a:pt x="1077909" y="6540401"/>
                </a:lnTo>
                <a:cubicBezTo>
                  <a:pt x="1077909" y="6526861"/>
                  <a:pt x="1085295" y="6519682"/>
                  <a:pt x="1101913" y="6519682"/>
                </a:cubicBezTo>
                <a:lnTo>
                  <a:pt x="1115656" y="6519682"/>
                </a:lnTo>
                <a:lnTo>
                  <a:pt x="1115656" y="6503475"/>
                </a:lnTo>
                <a:lnTo>
                  <a:pt x="1101707" y="6503475"/>
                </a:lnTo>
                <a:cubicBezTo>
                  <a:pt x="1088168" y="6503475"/>
                  <a:pt x="1081809" y="6510040"/>
                  <a:pt x="1078526" y="6519271"/>
                </a:cubicBezTo>
                <a:lnTo>
                  <a:pt x="1076679" y="6519271"/>
                </a:lnTo>
                <a:lnTo>
                  <a:pt x="1076679" y="6503475"/>
                </a:lnTo>
                <a:lnTo>
                  <a:pt x="1076679" y="6503475"/>
                </a:lnTo>
                <a:close/>
                <a:moveTo>
                  <a:pt x="1168565" y="6501423"/>
                </a:moveTo>
                <a:cubicBezTo>
                  <a:pt x="1148255" y="6501423"/>
                  <a:pt x="1132869" y="6511065"/>
                  <a:pt x="1126715" y="6526246"/>
                </a:cubicBezTo>
                <a:lnTo>
                  <a:pt x="1140870" y="6534247"/>
                </a:lnTo>
                <a:cubicBezTo>
                  <a:pt x="1142820" y="6528708"/>
                  <a:pt x="1146153" y="6524195"/>
                  <a:pt x="1150820" y="6521067"/>
                </a:cubicBezTo>
                <a:lnTo>
                  <a:pt x="1168769" y="6516195"/>
                </a:lnTo>
                <a:lnTo>
                  <a:pt x="1185539" y="6521400"/>
                </a:lnTo>
                <a:cubicBezTo>
                  <a:pt x="1189437" y="6525015"/>
                  <a:pt x="1191539" y="6530657"/>
                  <a:pt x="1191539" y="6538760"/>
                </a:cubicBezTo>
                <a:lnTo>
                  <a:pt x="1191539" y="6543068"/>
                </a:lnTo>
                <a:lnTo>
                  <a:pt x="1162411" y="6545735"/>
                </a:lnTo>
                <a:cubicBezTo>
                  <a:pt x="1141281" y="6547581"/>
                  <a:pt x="1125280" y="6557633"/>
                  <a:pt x="1125280" y="6577121"/>
                </a:cubicBezTo>
                <a:cubicBezTo>
                  <a:pt x="1125280" y="6593123"/>
                  <a:pt x="1136153" y="6605636"/>
                  <a:pt x="1155846" y="6605636"/>
                </a:cubicBezTo>
                <a:cubicBezTo>
                  <a:pt x="1171436" y="6605636"/>
                  <a:pt x="1184361" y="6598046"/>
                  <a:pt x="1190718" y="6585122"/>
                </a:cubicBezTo>
                <a:lnTo>
                  <a:pt x="1192156" y="6585122"/>
                </a:lnTo>
                <a:lnTo>
                  <a:pt x="1192156" y="6586148"/>
                </a:lnTo>
                <a:cubicBezTo>
                  <a:pt x="1192156" y="6597020"/>
                  <a:pt x="1198515" y="6603379"/>
                  <a:pt x="1209387" y="6603379"/>
                </a:cubicBezTo>
                <a:lnTo>
                  <a:pt x="1220055" y="6603379"/>
                </a:lnTo>
                <a:lnTo>
                  <a:pt x="1220055" y="6603379"/>
                </a:lnTo>
                <a:lnTo>
                  <a:pt x="1220055" y="6588198"/>
                </a:lnTo>
                <a:lnTo>
                  <a:pt x="1220055" y="6588198"/>
                </a:lnTo>
                <a:lnTo>
                  <a:pt x="1207952" y="6588198"/>
                </a:lnTo>
                <a:lnTo>
                  <a:pt x="1207952" y="6538554"/>
                </a:lnTo>
                <a:cubicBezTo>
                  <a:pt x="1207952" y="6514348"/>
                  <a:pt x="1192771" y="6501423"/>
                  <a:pt x="1168565" y="6501423"/>
                </a:cubicBezTo>
                <a:close/>
                <a:moveTo>
                  <a:pt x="879514" y="6501423"/>
                </a:moveTo>
                <a:cubicBezTo>
                  <a:pt x="848538" y="6501423"/>
                  <a:pt x="830075" y="6524605"/>
                  <a:pt x="830075" y="6553530"/>
                </a:cubicBezTo>
                <a:cubicBezTo>
                  <a:pt x="830075" y="6583070"/>
                  <a:pt x="850385" y="6605635"/>
                  <a:pt x="880541" y="6605635"/>
                </a:cubicBezTo>
                <a:lnTo>
                  <a:pt x="880541" y="6605635"/>
                </a:lnTo>
                <a:lnTo>
                  <a:pt x="880541" y="6605635"/>
                </a:lnTo>
                <a:cubicBezTo>
                  <a:pt x="901054" y="6605635"/>
                  <a:pt x="917465" y="6594969"/>
                  <a:pt x="925877" y="6581840"/>
                </a:cubicBezTo>
                <a:lnTo>
                  <a:pt x="912132" y="6573019"/>
                </a:lnTo>
                <a:lnTo>
                  <a:pt x="912132" y="6573019"/>
                </a:lnTo>
                <a:lnTo>
                  <a:pt x="912132" y="6573019"/>
                </a:lnTo>
                <a:cubicBezTo>
                  <a:pt x="909363" y="6577737"/>
                  <a:pt x="905055" y="6582148"/>
                  <a:pt x="899670" y="6585379"/>
                </a:cubicBezTo>
                <a:lnTo>
                  <a:pt x="880746" y="6590661"/>
                </a:lnTo>
                <a:lnTo>
                  <a:pt x="857719" y="6581814"/>
                </a:lnTo>
                <a:cubicBezTo>
                  <a:pt x="851667" y="6576198"/>
                  <a:pt x="847616" y="6568197"/>
                  <a:pt x="846693" y="6558658"/>
                </a:cubicBezTo>
                <a:lnTo>
                  <a:pt x="928133" y="6558658"/>
                </a:lnTo>
                <a:lnTo>
                  <a:pt x="928133" y="6558658"/>
                </a:lnTo>
                <a:lnTo>
                  <a:pt x="928133" y="6549017"/>
                </a:lnTo>
                <a:cubicBezTo>
                  <a:pt x="928133" y="6523784"/>
                  <a:pt x="909876" y="6501423"/>
                  <a:pt x="879514" y="6501423"/>
                </a:cubicBezTo>
                <a:lnTo>
                  <a:pt x="879514" y="6501423"/>
                </a:lnTo>
                <a:close/>
                <a:moveTo>
                  <a:pt x="988261" y="6501219"/>
                </a:moveTo>
                <a:cubicBezTo>
                  <a:pt x="962209" y="6501219"/>
                  <a:pt x="941900" y="6520092"/>
                  <a:pt x="941900" y="6551274"/>
                </a:cubicBezTo>
                <a:cubicBezTo>
                  <a:pt x="941900" y="6582455"/>
                  <a:pt x="962209" y="6601533"/>
                  <a:pt x="988261" y="6601533"/>
                </a:cubicBezTo>
                <a:lnTo>
                  <a:pt x="988261" y="6601533"/>
                </a:lnTo>
                <a:lnTo>
                  <a:pt x="988261" y="6601533"/>
                </a:lnTo>
                <a:cubicBezTo>
                  <a:pt x="1003645" y="6601533"/>
                  <a:pt x="1014108" y="6594969"/>
                  <a:pt x="1021084" y="6584507"/>
                </a:cubicBezTo>
                <a:lnTo>
                  <a:pt x="1023340" y="6584507"/>
                </a:lnTo>
                <a:lnTo>
                  <a:pt x="1023340" y="6627586"/>
                </a:lnTo>
                <a:lnTo>
                  <a:pt x="957490" y="6627586"/>
                </a:lnTo>
                <a:lnTo>
                  <a:pt x="957490" y="6627586"/>
                </a:lnTo>
                <a:lnTo>
                  <a:pt x="957490" y="6642767"/>
                </a:lnTo>
                <a:lnTo>
                  <a:pt x="957490" y="6642767"/>
                </a:lnTo>
                <a:lnTo>
                  <a:pt x="1006109" y="6642767"/>
                </a:lnTo>
                <a:lnTo>
                  <a:pt x="1006109" y="6642767"/>
                </a:lnTo>
                <a:cubicBezTo>
                  <a:pt x="1031750" y="6642767"/>
                  <a:pt x="1039751" y="6633330"/>
                  <a:pt x="1039751" y="6607687"/>
                </a:cubicBezTo>
                <a:lnTo>
                  <a:pt x="1039751" y="6503475"/>
                </a:lnTo>
                <a:lnTo>
                  <a:pt x="1039751" y="6503475"/>
                </a:lnTo>
                <a:lnTo>
                  <a:pt x="1023750" y="6503475"/>
                </a:lnTo>
                <a:lnTo>
                  <a:pt x="1023750" y="6503475"/>
                </a:lnTo>
                <a:lnTo>
                  <a:pt x="1023750" y="6518862"/>
                </a:lnTo>
                <a:lnTo>
                  <a:pt x="1021494" y="6518862"/>
                </a:lnTo>
                <a:cubicBezTo>
                  <a:pt x="1014519" y="6508194"/>
                  <a:pt x="1003645" y="6501219"/>
                  <a:pt x="988261" y="6501219"/>
                </a:cubicBezTo>
                <a:lnTo>
                  <a:pt x="988261" y="6501219"/>
                </a:lnTo>
                <a:close/>
                <a:moveTo>
                  <a:pt x="775502" y="6475987"/>
                </a:moveTo>
                <a:lnTo>
                  <a:pt x="775502" y="6503475"/>
                </a:lnTo>
                <a:lnTo>
                  <a:pt x="757039" y="6503475"/>
                </a:lnTo>
                <a:lnTo>
                  <a:pt x="757039" y="6503475"/>
                </a:lnTo>
                <a:lnTo>
                  <a:pt x="757039" y="6518656"/>
                </a:lnTo>
                <a:lnTo>
                  <a:pt x="757039" y="6518656"/>
                </a:lnTo>
                <a:lnTo>
                  <a:pt x="775502" y="6518656"/>
                </a:lnTo>
                <a:lnTo>
                  <a:pt x="775502" y="6579994"/>
                </a:lnTo>
                <a:cubicBezTo>
                  <a:pt x="775502" y="6597020"/>
                  <a:pt x="781862" y="6603379"/>
                  <a:pt x="798889" y="6603379"/>
                </a:cubicBezTo>
                <a:lnTo>
                  <a:pt x="798889" y="6603379"/>
                </a:lnTo>
                <a:lnTo>
                  <a:pt x="819812" y="6603379"/>
                </a:lnTo>
                <a:lnTo>
                  <a:pt x="819812" y="6603379"/>
                </a:lnTo>
                <a:lnTo>
                  <a:pt x="819812" y="6588198"/>
                </a:lnTo>
                <a:lnTo>
                  <a:pt x="819812" y="6588198"/>
                </a:lnTo>
                <a:lnTo>
                  <a:pt x="791913" y="6588198"/>
                </a:lnTo>
                <a:lnTo>
                  <a:pt x="791913" y="6518656"/>
                </a:lnTo>
                <a:lnTo>
                  <a:pt x="819812" y="6518656"/>
                </a:lnTo>
                <a:lnTo>
                  <a:pt x="819812" y="6518656"/>
                </a:lnTo>
                <a:lnTo>
                  <a:pt x="819812" y="6503475"/>
                </a:lnTo>
                <a:lnTo>
                  <a:pt x="819812" y="6503475"/>
                </a:lnTo>
                <a:lnTo>
                  <a:pt x="791913" y="6503475"/>
                </a:lnTo>
                <a:lnTo>
                  <a:pt x="791913" y="6475987"/>
                </a:lnTo>
                <a:lnTo>
                  <a:pt x="791913" y="6475987"/>
                </a:lnTo>
                <a:lnTo>
                  <a:pt x="775502" y="6475987"/>
                </a:lnTo>
                <a:close/>
                <a:moveTo>
                  <a:pt x="429972" y="6460090"/>
                </a:moveTo>
                <a:cubicBezTo>
                  <a:pt x="429972" y="6484963"/>
                  <a:pt x="425881" y="6509833"/>
                  <a:pt x="419945" y="6531706"/>
                </a:cubicBezTo>
                <a:lnTo>
                  <a:pt x="359788" y="6531706"/>
                </a:lnTo>
                <a:lnTo>
                  <a:pt x="359788" y="6531706"/>
                </a:lnTo>
                <a:lnTo>
                  <a:pt x="359788" y="6603322"/>
                </a:lnTo>
                <a:lnTo>
                  <a:pt x="359788" y="6603322"/>
                </a:lnTo>
                <a:lnTo>
                  <a:pt x="359788" y="6603322"/>
                </a:lnTo>
                <a:cubicBezTo>
                  <a:pt x="388683" y="6603322"/>
                  <a:pt x="408792" y="6572811"/>
                  <a:pt x="419945" y="6531706"/>
                </a:cubicBezTo>
                <a:lnTo>
                  <a:pt x="500155" y="6531706"/>
                </a:lnTo>
                <a:cubicBezTo>
                  <a:pt x="505732" y="6552259"/>
                  <a:pt x="513548" y="6570163"/>
                  <a:pt x="523581" y="6582929"/>
                </a:cubicBezTo>
                <a:cubicBezTo>
                  <a:pt x="533615" y="6595695"/>
                  <a:pt x="545866" y="6603322"/>
                  <a:pt x="560313" y="6603322"/>
                </a:cubicBezTo>
                <a:lnTo>
                  <a:pt x="560313" y="6603322"/>
                </a:lnTo>
                <a:lnTo>
                  <a:pt x="560313" y="6603322"/>
                </a:lnTo>
                <a:lnTo>
                  <a:pt x="560313" y="6531706"/>
                </a:lnTo>
                <a:lnTo>
                  <a:pt x="560313" y="6531706"/>
                </a:lnTo>
                <a:lnTo>
                  <a:pt x="500155" y="6531706"/>
                </a:lnTo>
                <a:cubicBezTo>
                  <a:pt x="494220" y="6509833"/>
                  <a:pt x="490129" y="6484963"/>
                  <a:pt x="490129" y="6460090"/>
                </a:cubicBezTo>
                <a:lnTo>
                  <a:pt x="490129" y="6460090"/>
                </a:lnTo>
                <a:lnTo>
                  <a:pt x="429972" y="6460090"/>
                </a:lnTo>
                <a:close/>
                <a:moveTo>
                  <a:pt x="686495" y="6457524"/>
                </a:moveTo>
                <a:cubicBezTo>
                  <a:pt x="660237" y="6457524"/>
                  <a:pt x="633158" y="6467370"/>
                  <a:pt x="633158" y="6496911"/>
                </a:cubicBezTo>
                <a:cubicBezTo>
                  <a:pt x="633158" y="6516195"/>
                  <a:pt x="644852" y="6529733"/>
                  <a:pt x="675008" y="6535273"/>
                </a:cubicBezTo>
                <a:lnTo>
                  <a:pt x="699419" y="6539786"/>
                </a:lnTo>
                <a:cubicBezTo>
                  <a:pt x="723627" y="6544299"/>
                  <a:pt x="730190" y="6552095"/>
                  <a:pt x="730190" y="6563787"/>
                </a:cubicBezTo>
                <a:cubicBezTo>
                  <a:pt x="730190" y="6574352"/>
                  <a:pt x="724139" y="6580763"/>
                  <a:pt x="716266" y="6584558"/>
                </a:cubicBezTo>
                <a:lnTo>
                  <a:pt x="691419" y="6589635"/>
                </a:lnTo>
                <a:lnTo>
                  <a:pt x="671142" y="6586372"/>
                </a:lnTo>
                <a:cubicBezTo>
                  <a:pt x="654390" y="6580199"/>
                  <a:pt x="647621" y="6566352"/>
                  <a:pt x="645467" y="6554351"/>
                </a:cubicBezTo>
                <a:lnTo>
                  <a:pt x="645467" y="6554351"/>
                </a:lnTo>
                <a:lnTo>
                  <a:pt x="645467" y="6554351"/>
                </a:lnTo>
                <a:lnTo>
                  <a:pt x="628031" y="6559684"/>
                </a:lnTo>
                <a:cubicBezTo>
                  <a:pt x="633364" y="6585328"/>
                  <a:pt x="652647" y="6605636"/>
                  <a:pt x="691009" y="6605636"/>
                </a:cubicBezTo>
                <a:lnTo>
                  <a:pt x="691009" y="6605636"/>
                </a:lnTo>
                <a:lnTo>
                  <a:pt x="691009" y="6605636"/>
                </a:lnTo>
                <a:cubicBezTo>
                  <a:pt x="716856" y="6605636"/>
                  <a:pt x="747629" y="6595790"/>
                  <a:pt x="747629" y="6563581"/>
                </a:cubicBezTo>
                <a:cubicBezTo>
                  <a:pt x="747629" y="6540401"/>
                  <a:pt x="731422" y="6527681"/>
                  <a:pt x="703111" y="6522759"/>
                </a:cubicBezTo>
                <a:lnTo>
                  <a:pt x="678700" y="6518451"/>
                </a:lnTo>
                <a:cubicBezTo>
                  <a:pt x="658186" y="6514758"/>
                  <a:pt x="650801" y="6506553"/>
                  <a:pt x="650801" y="6496091"/>
                </a:cubicBezTo>
                <a:cubicBezTo>
                  <a:pt x="650801" y="6487783"/>
                  <a:pt x="655417" y="6482090"/>
                  <a:pt x="662187" y="6478474"/>
                </a:cubicBezTo>
                <a:lnTo>
                  <a:pt x="686495" y="6473320"/>
                </a:lnTo>
                <a:lnTo>
                  <a:pt x="717370" y="6482448"/>
                </a:lnTo>
                <a:cubicBezTo>
                  <a:pt x="724140" y="6487833"/>
                  <a:pt x="727730" y="6494859"/>
                  <a:pt x="729166" y="6501423"/>
                </a:cubicBezTo>
                <a:lnTo>
                  <a:pt x="729166" y="6501423"/>
                </a:lnTo>
                <a:lnTo>
                  <a:pt x="729166" y="6501423"/>
                </a:lnTo>
                <a:lnTo>
                  <a:pt x="746397" y="6495680"/>
                </a:lnTo>
                <a:cubicBezTo>
                  <a:pt x="741473" y="6475987"/>
                  <a:pt x="724036" y="6457524"/>
                  <a:pt x="686495" y="6457524"/>
                </a:cubicBezTo>
                <a:lnTo>
                  <a:pt x="686495" y="6457524"/>
                </a:lnTo>
                <a:close/>
                <a:moveTo>
                  <a:pt x="0" y="0"/>
                </a:moveTo>
                <a:lnTo>
                  <a:pt x="4064000" y="0"/>
                </a:lnTo>
                <a:lnTo>
                  <a:pt x="4064000" y="6894000"/>
                </a:lnTo>
                <a:lnTo>
                  <a:pt x="0" y="68940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wrap="square" tIns="0" anchor="ctr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8DE93B5-5DA9-9DF0-6992-34B96B222B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358775"/>
            <a:ext cx="2736000" cy="248400"/>
          </a:xfr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144000" indent="0">
              <a:buNone/>
              <a:defRPr>
                <a:solidFill>
                  <a:schemeClr val="bg1"/>
                </a:solidFill>
              </a:defRPr>
            </a:lvl2pPr>
            <a:lvl3pPr marL="288000" indent="0">
              <a:buNone/>
              <a:defRPr>
                <a:solidFill>
                  <a:schemeClr val="bg1"/>
                </a:solidFill>
              </a:defRPr>
            </a:lvl3pPr>
            <a:lvl4pPr marL="432000" indent="0">
              <a:buNone/>
              <a:defRPr>
                <a:solidFill>
                  <a:schemeClr val="bg1"/>
                </a:solidFill>
              </a:defRPr>
            </a:lvl4pPr>
            <a:lvl5pPr marL="576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name of presentation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9EA05-F13E-DE09-5C4A-E72B4F2BF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727201"/>
            <a:ext cx="2736000" cy="112223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2C2F19-4F1A-FF33-4B5D-304D254FB4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2" y="1849439"/>
            <a:ext cx="2736000" cy="74616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36B1A-68C0-C7A2-7D69-281075C831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14938" y="727200"/>
            <a:ext cx="6616700" cy="4844926"/>
          </a:xfrm>
        </p:spPr>
        <p:txBody>
          <a:bodyPr>
            <a:noAutofit/>
          </a:bodyPr>
          <a:lstStyle>
            <a:lvl1pPr marL="360363" indent="-360363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  <a:defRPr sz="2800"/>
            </a:lvl1pPr>
            <a:lvl2pPr marL="630000" indent="-21590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90011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600"/>
            </a:lvl3pPr>
            <a:lvl4pPr marL="1166813" indent="-179388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4pPr>
            <a:lvl5pPr marL="1433513" indent="-180975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700A466-A209-C24E-9A6D-6FD76C9DD5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Strictly</a:t>
            </a:r>
            <a:r>
              <a:rPr lang="en-US" dirty="0"/>
              <a:t>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E959D-26FF-F1E0-C67A-F69C2AF800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51515"/>
                </a:solidFill>
              </a:defRPr>
            </a:lvl1pPr>
          </a:lstStyle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raphic 15">
            <a:extLst>
              <a:ext uri="{FF2B5EF4-FFF2-40B4-BE49-F238E27FC236}">
                <a16:creationId xmlns:a16="http://schemas.microsoft.com/office/drawing/2014/main" id="{D15656A4-B671-9ADB-1C6B-0CA902EC6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825" y="6436746"/>
            <a:ext cx="866195" cy="1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18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with image white logotyp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8A1021-311A-CC53-F277-76B59D894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8000"/>
            <a:ext cx="12192000" cy="6894000"/>
          </a:xfrm>
          <a:custGeom>
            <a:avLst/>
            <a:gdLst>
              <a:gd name="connsiteX0" fmla="*/ 1191539 w 12192000"/>
              <a:gd name="connsiteY0" fmla="*/ 6556402 h 6894000"/>
              <a:gd name="connsiteX1" fmla="*/ 1191539 w 12192000"/>
              <a:gd name="connsiteY1" fmla="*/ 6563581 h 6894000"/>
              <a:gd name="connsiteX2" fmla="*/ 1161180 w 12192000"/>
              <a:gd name="connsiteY2" fmla="*/ 6590866 h 6894000"/>
              <a:gd name="connsiteX3" fmla="*/ 1141896 w 12192000"/>
              <a:gd name="connsiteY3" fmla="*/ 6576095 h 6894000"/>
              <a:gd name="connsiteX4" fmla="*/ 1163641 w 12192000"/>
              <a:gd name="connsiteY4" fmla="*/ 6559069 h 6894000"/>
              <a:gd name="connsiteX5" fmla="*/ 991544 w 12192000"/>
              <a:gd name="connsiteY5" fmla="*/ 6516399 h 6894000"/>
              <a:gd name="connsiteX6" fmla="*/ 1023546 w 12192000"/>
              <a:gd name="connsiteY6" fmla="*/ 6551274 h 6894000"/>
              <a:gd name="connsiteX7" fmla="*/ 991544 w 12192000"/>
              <a:gd name="connsiteY7" fmla="*/ 6586352 h 6894000"/>
              <a:gd name="connsiteX8" fmla="*/ 958722 w 12192000"/>
              <a:gd name="connsiteY8" fmla="*/ 6551274 h 6894000"/>
              <a:gd name="connsiteX9" fmla="*/ 991544 w 12192000"/>
              <a:gd name="connsiteY9" fmla="*/ 6516399 h 6894000"/>
              <a:gd name="connsiteX10" fmla="*/ 879514 w 12192000"/>
              <a:gd name="connsiteY10" fmla="*/ 6516195 h 6894000"/>
              <a:gd name="connsiteX11" fmla="*/ 911926 w 12192000"/>
              <a:gd name="connsiteY11" fmla="*/ 6545120 h 6894000"/>
              <a:gd name="connsiteX12" fmla="*/ 846693 w 12192000"/>
              <a:gd name="connsiteY12" fmla="*/ 6545120 h 6894000"/>
              <a:gd name="connsiteX13" fmla="*/ 879514 w 12192000"/>
              <a:gd name="connsiteY13" fmla="*/ 6516195 h 6894000"/>
              <a:gd name="connsiteX14" fmla="*/ 1061499 w 12192000"/>
              <a:gd name="connsiteY14" fmla="*/ 6503475 h 6894000"/>
              <a:gd name="connsiteX15" fmla="*/ 1061499 w 12192000"/>
              <a:gd name="connsiteY15" fmla="*/ 6603379 h 6894000"/>
              <a:gd name="connsiteX16" fmla="*/ 1077909 w 12192000"/>
              <a:gd name="connsiteY16" fmla="*/ 6603379 h 6894000"/>
              <a:gd name="connsiteX17" fmla="*/ 1077909 w 12192000"/>
              <a:gd name="connsiteY17" fmla="*/ 6540401 h 6894000"/>
              <a:gd name="connsiteX18" fmla="*/ 1101913 w 12192000"/>
              <a:gd name="connsiteY18" fmla="*/ 6519682 h 6894000"/>
              <a:gd name="connsiteX19" fmla="*/ 1115656 w 12192000"/>
              <a:gd name="connsiteY19" fmla="*/ 6519682 h 6894000"/>
              <a:gd name="connsiteX20" fmla="*/ 1115656 w 12192000"/>
              <a:gd name="connsiteY20" fmla="*/ 6503475 h 6894000"/>
              <a:gd name="connsiteX21" fmla="*/ 1101707 w 12192000"/>
              <a:gd name="connsiteY21" fmla="*/ 6503475 h 6894000"/>
              <a:gd name="connsiteX22" fmla="*/ 1078526 w 12192000"/>
              <a:gd name="connsiteY22" fmla="*/ 6519271 h 6894000"/>
              <a:gd name="connsiteX23" fmla="*/ 1076679 w 12192000"/>
              <a:gd name="connsiteY23" fmla="*/ 6519271 h 6894000"/>
              <a:gd name="connsiteX24" fmla="*/ 1076679 w 12192000"/>
              <a:gd name="connsiteY24" fmla="*/ 6503475 h 6894000"/>
              <a:gd name="connsiteX25" fmla="*/ 1168565 w 12192000"/>
              <a:gd name="connsiteY25" fmla="*/ 6501423 h 6894000"/>
              <a:gd name="connsiteX26" fmla="*/ 1126715 w 12192000"/>
              <a:gd name="connsiteY26" fmla="*/ 6526246 h 6894000"/>
              <a:gd name="connsiteX27" fmla="*/ 1140870 w 12192000"/>
              <a:gd name="connsiteY27" fmla="*/ 6534247 h 6894000"/>
              <a:gd name="connsiteX28" fmla="*/ 1168769 w 12192000"/>
              <a:gd name="connsiteY28" fmla="*/ 6516195 h 6894000"/>
              <a:gd name="connsiteX29" fmla="*/ 1191539 w 12192000"/>
              <a:gd name="connsiteY29" fmla="*/ 6538760 h 6894000"/>
              <a:gd name="connsiteX30" fmla="*/ 1191539 w 12192000"/>
              <a:gd name="connsiteY30" fmla="*/ 6543068 h 6894000"/>
              <a:gd name="connsiteX31" fmla="*/ 1162411 w 12192000"/>
              <a:gd name="connsiteY31" fmla="*/ 6545735 h 6894000"/>
              <a:gd name="connsiteX32" fmla="*/ 1125280 w 12192000"/>
              <a:gd name="connsiteY32" fmla="*/ 6577121 h 6894000"/>
              <a:gd name="connsiteX33" fmla="*/ 1155846 w 12192000"/>
              <a:gd name="connsiteY33" fmla="*/ 6605636 h 6894000"/>
              <a:gd name="connsiteX34" fmla="*/ 1190718 w 12192000"/>
              <a:gd name="connsiteY34" fmla="*/ 6585122 h 6894000"/>
              <a:gd name="connsiteX35" fmla="*/ 1192156 w 12192000"/>
              <a:gd name="connsiteY35" fmla="*/ 6585122 h 6894000"/>
              <a:gd name="connsiteX36" fmla="*/ 1192156 w 12192000"/>
              <a:gd name="connsiteY36" fmla="*/ 6586148 h 6894000"/>
              <a:gd name="connsiteX37" fmla="*/ 1209387 w 12192000"/>
              <a:gd name="connsiteY37" fmla="*/ 6603379 h 6894000"/>
              <a:gd name="connsiteX38" fmla="*/ 1220055 w 12192000"/>
              <a:gd name="connsiteY38" fmla="*/ 6603379 h 6894000"/>
              <a:gd name="connsiteX39" fmla="*/ 1220055 w 12192000"/>
              <a:gd name="connsiteY39" fmla="*/ 6588198 h 6894000"/>
              <a:gd name="connsiteX40" fmla="*/ 1207952 w 12192000"/>
              <a:gd name="connsiteY40" fmla="*/ 6588198 h 6894000"/>
              <a:gd name="connsiteX41" fmla="*/ 1207952 w 12192000"/>
              <a:gd name="connsiteY41" fmla="*/ 6538554 h 6894000"/>
              <a:gd name="connsiteX42" fmla="*/ 1168565 w 12192000"/>
              <a:gd name="connsiteY42" fmla="*/ 6501423 h 6894000"/>
              <a:gd name="connsiteX43" fmla="*/ 879514 w 12192000"/>
              <a:gd name="connsiteY43" fmla="*/ 6501423 h 6894000"/>
              <a:gd name="connsiteX44" fmla="*/ 830075 w 12192000"/>
              <a:gd name="connsiteY44" fmla="*/ 6553530 h 6894000"/>
              <a:gd name="connsiteX45" fmla="*/ 880541 w 12192000"/>
              <a:gd name="connsiteY45" fmla="*/ 6605635 h 6894000"/>
              <a:gd name="connsiteX46" fmla="*/ 925877 w 12192000"/>
              <a:gd name="connsiteY46" fmla="*/ 6581840 h 6894000"/>
              <a:gd name="connsiteX47" fmla="*/ 912132 w 12192000"/>
              <a:gd name="connsiteY47" fmla="*/ 6573019 h 6894000"/>
              <a:gd name="connsiteX48" fmla="*/ 880746 w 12192000"/>
              <a:gd name="connsiteY48" fmla="*/ 6590661 h 6894000"/>
              <a:gd name="connsiteX49" fmla="*/ 846693 w 12192000"/>
              <a:gd name="connsiteY49" fmla="*/ 6558658 h 6894000"/>
              <a:gd name="connsiteX50" fmla="*/ 928133 w 12192000"/>
              <a:gd name="connsiteY50" fmla="*/ 6558658 h 6894000"/>
              <a:gd name="connsiteX51" fmla="*/ 928133 w 12192000"/>
              <a:gd name="connsiteY51" fmla="*/ 6549017 h 6894000"/>
              <a:gd name="connsiteX52" fmla="*/ 879514 w 12192000"/>
              <a:gd name="connsiteY52" fmla="*/ 6501423 h 6894000"/>
              <a:gd name="connsiteX53" fmla="*/ 988261 w 12192000"/>
              <a:gd name="connsiteY53" fmla="*/ 6501219 h 6894000"/>
              <a:gd name="connsiteX54" fmla="*/ 941900 w 12192000"/>
              <a:gd name="connsiteY54" fmla="*/ 6551274 h 6894000"/>
              <a:gd name="connsiteX55" fmla="*/ 988261 w 12192000"/>
              <a:gd name="connsiteY55" fmla="*/ 6601533 h 6894000"/>
              <a:gd name="connsiteX56" fmla="*/ 1021084 w 12192000"/>
              <a:gd name="connsiteY56" fmla="*/ 6584507 h 6894000"/>
              <a:gd name="connsiteX57" fmla="*/ 1023340 w 12192000"/>
              <a:gd name="connsiteY57" fmla="*/ 6584507 h 6894000"/>
              <a:gd name="connsiteX58" fmla="*/ 1023340 w 12192000"/>
              <a:gd name="connsiteY58" fmla="*/ 6627586 h 6894000"/>
              <a:gd name="connsiteX59" fmla="*/ 957490 w 12192000"/>
              <a:gd name="connsiteY59" fmla="*/ 6627586 h 6894000"/>
              <a:gd name="connsiteX60" fmla="*/ 957490 w 12192000"/>
              <a:gd name="connsiteY60" fmla="*/ 6642767 h 6894000"/>
              <a:gd name="connsiteX61" fmla="*/ 1006109 w 12192000"/>
              <a:gd name="connsiteY61" fmla="*/ 6642767 h 6894000"/>
              <a:gd name="connsiteX62" fmla="*/ 1039751 w 12192000"/>
              <a:gd name="connsiteY62" fmla="*/ 6607687 h 6894000"/>
              <a:gd name="connsiteX63" fmla="*/ 1039751 w 12192000"/>
              <a:gd name="connsiteY63" fmla="*/ 6503475 h 6894000"/>
              <a:gd name="connsiteX64" fmla="*/ 1023750 w 12192000"/>
              <a:gd name="connsiteY64" fmla="*/ 6503475 h 6894000"/>
              <a:gd name="connsiteX65" fmla="*/ 1023750 w 12192000"/>
              <a:gd name="connsiteY65" fmla="*/ 6518862 h 6894000"/>
              <a:gd name="connsiteX66" fmla="*/ 1021494 w 12192000"/>
              <a:gd name="connsiteY66" fmla="*/ 6518862 h 6894000"/>
              <a:gd name="connsiteX67" fmla="*/ 988261 w 12192000"/>
              <a:gd name="connsiteY67" fmla="*/ 6501219 h 6894000"/>
              <a:gd name="connsiteX68" fmla="*/ 775502 w 12192000"/>
              <a:gd name="connsiteY68" fmla="*/ 6475987 h 6894000"/>
              <a:gd name="connsiteX69" fmla="*/ 775502 w 12192000"/>
              <a:gd name="connsiteY69" fmla="*/ 6503475 h 6894000"/>
              <a:gd name="connsiteX70" fmla="*/ 757039 w 12192000"/>
              <a:gd name="connsiteY70" fmla="*/ 6503475 h 6894000"/>
              <a:gd name="connsiteX71" fmla="*/ 757039 w 12192000"/>
              <a:gd name="connsiteY71" fmla="*/ 6518656 h 6894000"/>
              <a:gd name="connsiteX72" fmla="*/ 775502 w 12192000"/>
              <a:gd name="connsiteY72" fmla="*/ 6518656 h 6894000"/>
              <a:gd name="connsiteX73" fmla="*/ 775502 w 12192000"/>
              <a:gd name="connsiteY73" fmla="*/ 6579994 h 6894000"/>
              <a:gd name="connsiteX74" fmla="*/ 798889 w 12192000"/>
              <a:gd name="connsiteY74" fmla="*/ 6603379 h 6894000"/>
              <a:gd name="connsiteX75" fmla="*/ 819812 w 12192000"/>
              <a:gd name="connsiteY75" fmla="*/ 6603379 h 6894000"/>
              <a:gd name="connsiteX76" fmla="*/ 819812 w 12192000"/>
              <a:gd name="connsiteY76" fmla="*/ 6588198 h 6894000"/>
              <a:gd name="connsiteX77" fmla="*/ 791913 w 12192000"/>
              <a:gd name="connsiteY77" fmla="*/ 6588198 h 6894000"/>
              <a:gd name="connsiteX78" fmla="*/ 791913 w 12192000"/>
              <a:gd name="connsiteY78" fmla="*/ 6518656 h 6894000"/>
              <a:gd name="connsiteX79" fmla="*/ 819812 w 12192000"/>
              <a:gd name="connsiteY79" fmla="*/ 6518656 h 6894000"/>
              <a:gd name="connsiteX80" fmla="*/ 819812 w 12192000"/>
              <a:gd name="connsiteY80" fmla="*/ 6503475 h 6894000"/>
              <a:gd name="connsiteX81" fmla="*/ 791913 w 12192000"/>
              <a:gd name="connsiteY81" fmla="*/ 6503475 h 6894000"/>
              <a:gd name="connsiteX82" fmla="*/ 791913 w 12192000"/>
              <a:gd name="connsiteY82" fmla="*/ 6475987 h 6894000"/>
              <a:gd name="connsiteX83" fmla="*/ 429972 w 12192000"/>
              <a:gd name="connsiteY83" fmla="*/ 6460090 h 6894000"/>
              <a:gd name="connsiteX84" fmla="*/ 419945 w 12192000"/>
              <a:gd name="connsiteY84" fmla="*/ 6531706 h 6894000"/>
              <a:gd name="connsiteX85" fmla="*/ 359788 w 12192000"/>
              <a:gd name="connsiteY85" fmla="*/ 6531706 h 6894000"/>
              <a:gd name="connsiteX86" fmla="*/ 359788 w 12192000"/>
              <a:gd name="connsiteY86" fmla="*/ 6603322 h 6894000"/>
              <a:gd name="connsiteX87" fmla="*/ 419945 w 12192000"/>
              <a:gd name="connsiteY87" fmla="*/ 6531706 h 6894000"/>
              <a:gd name="connsiteX88" fmla="*/ 500155 w 12192000"/>
              <a:gd name="connsiteY88" fmla="*/ 6531706 h 6894000"/>
              <a:gd name="connsiteX89" fmla="*/ 560313 w 12192000"/>
              <a:gd name="connsiteY89" fmla="*/ 6603322 h 6894000"/>
              <a:gd name="connsiteX90" fmla="*/ 560313 w 12192000"/>
              <a:gd name="connsiteY90" fmla="*/ 6531706 h 6894000"/>
              <a:gd name="connsiteX91" fmla="*/ 500155 w 12192000"/>
              <a:gd name="connsiteY91" fmla="*/ 6531706 h 6894000"/>
              <a:gd name="connsiteX92" fmla="*/ 490129 w 12192000"/>
              <a:gd name="connsiteY92" fmla="*/ 6460090 h 6894000"/>
              <a:gd name="connsiteX93" fmla="*/ 686495 w 12192000"/>
              <a:gd name="connsiteY93" fmla="*/ 6457524 h 6894000"/>
              <a:gd name="connsiteX94" fmla="*/ 633158 w 12192000"/>
              <a:gd name="connsiteY94" fmla="*/ 6496911 h 6894000"/>
              <a:gd name="connsiteX95" fmla="*/ 675008 w 12192000"/>
              <a:gd name="connsiteY95" fmla="*/ 6535273 h 6894000"/>
              <a:gd name="connsiteX96" fmla="*/ 699419 w 12192000"/>
              <a:gd name="connsiteY96" fmla="*/ 6539786 h 6894000"/>
              <a:gd name="connsiteX97" fmla="*/ 730190 w 12192000"/>
              <a:gd name="connsiteY97" fmla="*/ 6563787 h 6894000"/>
              <a:gd name="connsiteX98" fmla="*/ 691419 w 12192000"/>
              <a:gd name="connsiteY98" fmla="*/ 6589635 h 6894000"/>
              <a:gd name="connsiteX99" fmla="*/ 645467 w 12192000"/>
              <a:gd name="connsiteY99" fmla="*/ 6554351 h 6894000"/>
              <a:gd name="connsiteX100" fmla="*/ 628031 w 12192000"/>
              <a:gd name="connsiteY100" fmla="*/ 6559684 h 6894000"/>
              <a:gd name="connsiteX101" fmla="*/ 691009 w 12192000"/>
              <a:gd name="connsiteY101" fmla="*/ 6605636 h 6894000"/>
              <a:gd name="connsiteX102" fmla="*/ 747629 w 12192000"/>
              <a:gd name="connsiteY102" fmla="*/ 6563581 h 6894000"/>
              <a:gd name="connsiteX103" fmla="*/ 703111 w 12192000"/>
              <a:gd name="connsiteY103" fmla="*/ 6522759 h 6894000"/>
              <a:gd name="connsiteX104" fmla="*/ 678700 w 12192000"/>
              <a:gd name="connsiteY104" fmla="*/ 6518451 h 6894000"/>
              <a:gd name="connsiteX105" fmla="*/ 650801 w 12192000"/>
              <a:gd name="connsiteY105" fmla="*/ 6496091 h 6894000"/>
              <a:gd name="connsiteX106" fmla="*/ 686495 w 12192000"/>
              <a:gd name="connsiteY106" fmla="*/ 6473320 h 6894000"/>
              <a:gd name="connsiteX107" fmla="*/ 729166 w 12192000"/>
              <a:gd name="connsiteY107" fmla="*/ 6501423 h 6894000"/>
              <a:gd name="connsiteX108" fmla="*/ 746397 w 12192000"/>
              <a:gd name="connsiteY108" fmla="*/ 6495680 h 6894000"/>
              <a:gd name="connsiteX109" fmla="*/ 686495 w 12192000"/>
              <a:gd name="connsiteY109" fmla="*/ 6457524 h 6894000"/>
              <a:gd name="connsiteX110" fmla="*/ 0 w 12192000"/>
              <a:gd name="connsiteY110" fmla="*/ 0 h 6894000"/>
              <a:gd name="connsiteX111" fmla="*/ 12192000 w 12192000"/>
              <a:gd name="connsiteY111" fmla="*/ 0 h 6894000"/>
              <a:gd name="connsiteX112" fmla="*/ 12192000 w 12192000"/>
              <a:gd name="connsiteY112" fmla="*/ 6894000 h 6894000"/>
              <a:gd name="connsiteX113" fmla="*/ 0 w 12192000"/>
              <a:gd name="connsiteY113" fmla="*/ 6894000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12192000" h="6894000">
                <a:moveTo>
                  <a:pt x="1191539" y="6556402"/>
                </a:moveTo>
                <a:lnTo>
                  <a:pt x="1191539" y="6563581"/>
                </a:lnTo>
                <a:cubicBezTo>
                  <a:pt x="1191539" y="6582661"/>
                  <a:pt x="1174923" y="6590866"/>
                  <a:pt x="1161180" y="6590866"/>
                </a:cubicBezTo>
                <a:cubicBezTo>
                  <a:pt x="1151332" y="6590866"/>
                  <a:pt x="1141896" y="6586763"/>
                  <a:pt x="1141896" y="6576095"/>
                </a:cubicBezTo>
                <a:cubicBezTo>
                  <a:pt x="1141896" y="6566248"/>
                  <a:pt x="1150102" y="6560299"/>
                  <a:pt x="1163641" y="6559069"/>
                </a:cubicBezTo>
                <a:close/>
                <a:moveTo>
                  <a:pt x="991544" y="6516399"/>
                </a:moveTo>
                <a:cubicBezTo>
                  <a:pt x="1007750" y="6516399"/>
                  <a:pt x="1023546" y="6525836"/>
                  <a:pt x="1023546" y="6551274"/>
                </a:cubicBezTo>
                <a:cubicBezTo>
                  <a:pt x="1023546" y="6576710"/>
                  <a:pt x="1007750" y="6586352"/>
                  <a:pt x="991544" y="6586352"/>
                </a:cubicBezTo>
                <a:cubicBezTo>
                  <a:pt x="975338" y="6586352"/>
                  <a:pt x="958722" y="6576506"/>
                  <a:pt x="958722" y="6551274"/>
                </a:cubicBezTo>
                <a:cubicBezTo>
                  <a:pt x="958722" y="6526040"/>
                  <a:pt x="975338" y="6516399"/>
                  <a:pt x="991544" y="6516399"/>
                </a:cubicBezTo>
                <a:close/>
                <a:moveTo>
                  <a:pt x="879514" y="6516195"/>
                </a:moveTo>
                <a:cubicBezTo>
                  <a:pt x="896951" y="6516195"/>
                  <a:pt x="910491" y="6527681"/>
                  <a:pt x="911926" y="6545120"/>
                </a:cubicBezTo>
                <a:lnTo>
                  <a:pt x="846693" y="6545120"/>
                </a:lnTo>
                <a:cubicBezTo>
                  <a:pt x="848332" y="6527477"/>
                  <a:pt x="863309" y="6516195"/>
                  <a:pt x="879514" y="6516195"/>
                </a:cubicBezTo>
                <a:close/>
                <a:moveTo>
                  <a:pt x="1061499" y="6503475"/>
                </a:moveTo>
                <a:lnTo>
                  <a:pt x="1061499" y="6603379"/>
                </a:lnTo>
                <a:lnTo>
                  <a:pt x="1077909" y="6603379"/>
                </a:lnTo>
                <a:lnTo>
                  <a:pt x="1077909" y="6540401"/>
                </a:lnTo>
                <a:cubicBezTo>
                  <a:pt x="1077909" y="6526861"/>
                  <a:pt x="1085295" y="6519682"/>
                  <a:pt x="1101913" y="6519682"/>
                </a:cubicBezTo>
                <a:lnTo>
                  <a:pt x="1115656" y="6519682"/>
                </a:lnTo>
                <a:lnTo>
                  <a:pt x="1115656" y="6503475"/>
                </a:lnTo>
                <a:lnTo>
                  <a:pt x="1101707" y="6503475"/>
                </a:lnTo>
                <a:cubicBezTo>
                  <a:pt x="1088168" y="6503475"/>
                  <a:pt x="1081809" y="6510040"/>
                  <a:pt x="1078526" y="6519271"/>
                </a:cubicBezTo>
                <a:lnTo>
                  <a:pt x="1076679" y="6519271"/>
                </a:lnTo>
                <a:lnTo>
                  <a:pt x="1076679" y="6503475"/>
                </a:lnTo>
                <a:close/>
                <a:moveTo>
                  <a:pt x="1168565" y="6501423"/>
                </a:moveTo>
                <a:cubicBezTo>
                  <a:pt x="1148255" y="6501423"/>
                  <a:pt x="1132869" y="6511065"/>
                  <a:pt x="1126715" y="6526246"/>
                </a:cubicBezTo>
                <a:lnTo>
                  <a:pt x="1140870" y="6534247"/>
                </a:lnTo>
                <a:cubicBezTo>
                  <a:pt x="1144769" y="6523169"/>
                  <a:pt x="1154205" y="6516195"/>
                  <a:pt x="1168769" y="6516195"/>
                </a:cubicBezTo>
                <a:cubicBezTo>
                  <a:pt x="1183129" y="6516195"/>
                  <a:pt x="1191539" y="6522553"/>
                  <a:pt x="1191539" y="6538760"/>
                </a:cubicBezTo>
                <a:lnTo>
                  <a:pt x="1191539" y="6543068"/>
                </a:lnTo>
                <a:lnTo>
                  <a:pt x="1162411" y="6545735"/>
                </a:lnTo>
                <a:cubicBezTo>
                  <a:pt x="1141281" y="6547581"/>
                  <a:pt x="1125280" y="6557633"/>
                  <a:pt x="1125280" y="6577121"/>
                </a:cubicBezTo>
                <a:cubicBezTo>
                  <a:pt x="1125280" y="6593123"/>
                  <a:pt x="1136153" y="6605636"/>
                  <a:pt x="1155846" y="6605636"/>
                </a:cubicBezTo>
                <a:cubicBezTo>
                  <a:pt x="1171436" y="6605636"/>
                  <a:pt x="1184361" y="6598046"/>
                  <a:pt x="1190718" y="6585122"/>
                </a:cubicBezTo>
                <a:lnTo>
                  <a:pt x="1192156" y="6585122"/>
                </a:lnTo>
                <a:lnTo>
                  <a:pt x="1192156" y="6586148"/>
                </a:lnTo>
                <a:cubicBezTo>
                  <a:pt x="1192156" y="6597020"/>
                  <a:pt x="1198515" y="6603379"/>
                  <a:pt x="1209387" y="6603379"/>
                </a:cubicBezTo>
                <a:lnTo>
                  <a:pt x="1220055" y="6603379"/>
                </a:lnTo>
                <a:lnTo>
                  <a:pt x="1220055" y="6588198"/>
                </a:lnTo>
                <a:lnTo>
                  <a:pt x="1207952" y="6588198"/>
                </a:lnTo>
                <a:lnTo>
                  <a:pt x="1207952" y="6538554"/>
                </a:lnTo>
                <a:cubicBezTo>
                  <a:pt x="1207952" y="6514348"/>
                  <a:pt x="1192771" y="6501423"/>
                  <a:pt x="1168565" y="6501423"/>
                </a:cubicBezTo>
                <a:close/>
                <a:moveTo>
                  <a:pt x="879514" y="6501423"/>
                </a:moveTo>
                <a:cubicBezTo>
                  <a:pt x="848538" y="6501423"/>
                  <a:pt x="830075" y="6524605"/>
                  <a:pt x="830075" y="6553530"/>
                </a:cubicBezTo>
                <a:cubicBezTo>
                  <a:pt x="830075" y="6583070"/>
                  <a:pt x="850385" y="6605635"/>
                  <a:pt x="880541" y="6605635"/>
                </a:cubicBezTo>
                <a:cubicBezTo>
                  <a:pt x="901054" y="6605635"/>
                  <a:pt x="917465" y="6594969"/>
                  <a:pt x="925877" y="6581840"/>
                </a:cubicBezTo>
                <a:lnTo>
                  <a:pt x="912132" y="6573019"/>
                </a:lnTo>
                <a:cubicBezTo>
                  <a:pt x="906593" y="6582455"/>
                  <a:pt x="894901" y="6590661"/>
                  <a:pt x="880746" y="6590661"/>
                </a:cubicBezTo>
                <a:cubicBezTo>
                  <a:pt x="862898" y="6590661"/>
                  <a:pt x="848538" y="6577736"/>
                  <a:pt x="846693" y="6558658"/>
                </a:cubicBezTo>
                <a:lnTo>
                  <a:pt x="928133" y="6558658"/>
                </a:lnTo>
                <a:lnTo>
                  <a:pt x="928133" y="6549017"/>
                </a:lnTo>
                <a:cubicBezTo>
                  <a:pt x="928133" y="6523784"/>
                  <a:pt x="909876" y="6501423"/>
                  <a:pt x="879514" y="6501423"/>
                </a:cubicBezTo>
                <a:close/>
                <a:moveTo>
                  <a:pt x="988261" y="6501219"/>
                </a:moveTo>
                <a:cubicBezTo>
                  <a:pt x="962209" y="6501219"/>
                  <a:pt x="941900" y="6520092"/>
                  <a:pt x="941900" y="6551274"/>
                </a:cubicBezTo>
                <a:cubicBezTo>
                  <a:pt x="941900" y="6582455"/>
                  <a:pt x="962209" y="6601533"/>
                  <a:pt x="988261" y="6601533"/>
                </a:cubicBezTo>
                <a:cubicBezTo>
                  <a:pt x="1003645" y="6601533"/>
                  <a:pt x="1014108" y="6594969"/>
                  <a:pt x="1021084" y="6584507"/>
                </a:cubicBezTo>
                <a:lnTo>
                  <a:pt x="1023340" y="6584507"/>
                </a:lnTo>
                <a:lnTo>
                  <a:pt x="1023340" y="6627586"/>
                </a:lnTo>
                <a:lnTo>
                  <a:pt x="957490" y="6627586"/>
                </a:lnTo>
                <a:lnTo>
                  <a:pt x="957490" y="6642767"/>
                </a:lnTo>
                <a:lnTo>
                  <a:pt x="1006109" y="6642767"/>
                </a:lnTo>
                <a:cubicBezTo>
                  <a:pt x="1031750" y="6642767"/>
                  <a:pt x="1039751" y="6633330"/>
                  <a:pt x="1039751" y="6607687"/>
                </a:cubicBezTo>
                <a:lnTo>
                  <a:pt x="1039751" y="6503475"/>
                </a:lnTo>
                <a:lnTo>
                  <a:pt x="1023750" y="6503475"/>
                </a:lnTo>
                <a:lnTo>
                  <a:pt x="1023750" y="6518862"/>
                </a:lnTo>
                <a:lnTo>
                  <a:pt x="1021494" y="6518862"/>
                </a:lnTo>
                <a:cubicBezTo>
                  <a:pt x="1014519" y="6508194"/>
                  <a:pt x="1003645" y="6501219"/>
                  <a:pt x="988261" y="6501219"/>
                </a:cubicBezTo>
                <a:close/>
                <a:moveTo>
                  <a:pt x="775502" y="6475987"/>
                </a:moveTo>
                <a:lnTo>
                  <a:pt x="775502" y="6503475"/>
                </a:lnTo>
                <a:lnTo>
                  <a:pt x="757039" y="6503475"/>
                </a:lnTo>
                <a:lnTo>
                  <a:pt x="757039" y="6518656"/>
                </a:lnTo>
                <a:lnTo>
                  <a:pt x="775502" y="6518656"/>
                </a:lnTo>
                <a:lnTo>
                  <a:pt x="775502" y="6579994"/>
                </a:lnTo>
                <a:cubicBezTo>
                  <a:pt x="775502" y="6597020"/>
                  <a:pt x="781862" y="6603379"/>
                  <a:pt x="798889" y="6603379"/>
                </a:cubicBezTo>
                <a:lnTo>
                  <a:pt x="819812" y="6603379"/>
                </a:lnTo>
                <a:lnTo>
                  <a:pt x="819812" y="6588198"/>
                </a:lnTo>
                <a:lnTo>
                  <a:pt x="791913" y="6588198"/>
                </a:lnTo>
                <a:lnTo>
                  <a:pt x="791913" y="6518656"/>
                </a:lnTo>
                <a:lnTo>
                  <a:pt x="819812" y="6518656"/>
                </a:lnTo>
                <a:lnTo>
                  <a:pt x="819812" y="6503475"/>
                </a:lnTo>
                <a:lnTo>
                  <a:pt x="791913" y="6503475"/>
                </a:lnTo>
                <a:lnTo>
                  <a:pt x="791913" y="6475987"/>
                </a:lnTo>
                <a:close/>
                <a:moveTo>
                  <a:pt x="429972" y="6460090"/>
                </a:moveTo>
                <a:cubicBezTo>
                  <a:pt x="429972" y="6484963"/>
                  <a:pt x="425881" y="6509833"/>
                  <a:pt x="419945" y="6531706"/>
                </a:cubicBezTo>
                <a:lnTo>
                  <a:pt x="359788" y="6531706"/>
                </a:lnTo>
                <a:lnTo>
                  <a:pt x="359788" y="6603322"/>
                </a:lnTo>
                <a:cubicBezTo>
                  <a:pt x="388683" y="6603322"/>
                  <a:pt x="408792" y="6572811"/>
                  <a:pt x="419945" y="6531706"/>
                </a:cubicBezTo>
                <a:lnTo>
                  <a:pt x="500155" y="6531706"/>
                </a:lnTo>
                <a:cubicBezTo>
                  <a:pt x="511309" y="6572811"/>
                  <a:pt x="531418" y="6603322"/>
                  <a:pt x="560313" y="6603322"/>
                </a:cubicBezTo>
                <a:lnTo>
                  <a:pt x="560313" y="6531706"/>
                </a:lnTo>
                <a:lnTo>
                  <a:pt x="500155" y="6531706"/>
                </a:lnTo>
                <a:cubicBezTo>
                  <a:pt x="494220" y="6509833"/>
                  <a:pt x="490129" y="6484963"/>
                  <a:pt x="490129" y="6460090"/>
                </a:cubicBezTo>
                <a:close/>
                <a:moveTo>
                  <a:pt x="686495" y="6457524"/>
                </a:moveTo>
                <a:cubicBezTo>
                  <a:pt x="660237" y="6457524"/>
                  <a:pt x="633158" y="6467370"/>
                  <a:pt x="633158" y="6496911"/>
                </a:cubicBezTo>
                <a:cubicBezTo>
                  <a:pt x="633158" y="6516195"/>
                  <a:pt x="644852" y="6529733"/>
                  <a:pt x="675008" y="6535273"/>
                </a:cubicBezTo>
                <a:lnTo>
                  <a:pt x="699419" y="6539786"/>
                </a:lnTo>
                <a:cubicBezTo>
                  <a:pt x="723627" y="6544299"/>
                  <a:pt x="730190" y="6552095"/>
                  <a:pt x="730190" y="6563787"/>
                </a:cubicBezTo>
                <a:cubicBezTo>
                  <a:pt x="730190" y="6584917"/>
                  <a:pt x="705984" y="6589430"/>
                  <a:pt x="691419" y="6589635"/>
                </a:cubicBezTo>
                <a:cubicBezTo>
                  <a:pt x="659416" y="6589635"/>
                  <a:pt x="648339" y="6570352"/>
                  <a:pt x="645467" y="6554351"/>
                </a:cubicBezTo>
                <a:lnTo>
                  <a:pt x="628031" y="6559684"/>
                </a:lnTo>
                <a:cubicBezTo>
                  <a:pt x="633364" y="6585328"/>
                  <a:pt x="652647" y="6605636"/>
                  <a:pt x="691009" y="6605636"/>
                </a:cubicBezTo>
                <a:cubicBezTo>
                  <a:pt x="716856" y="6605636"/>
                  <a:pt x="747629" y="6595790"/>
                  <a:pt x="747629" y="6563581"/>
                </a:cubicBezTo>
                <a:cubicBezTo>
                  <a:pt x="747629" y="6540401"/>
                  <a:pt x="731422" y="6527681"/>
                  <a:pt x="703111" y="6522759"/>
                </a:cubicBezTo>
                <a:lnTo>
                  <a:pt x="678700" y="6518451"/>
                </a:lnTo>
                <a:cubicBezTo>
                  <a:pt x="658186" y="6514758"/>
                  <a:pt x="650801" y="6506553"/>
                  <a:pt x="650801" y="6496091"/>
                </a:cubicBezTo>
                <a:cubicBezTo>
                  <a:pt x="650801" y="6479474"/>
                  <a:pt x="669264" y="6473320"/>
                  <a:pt x="686495" y="6473320"/>
                </a:cubicBezTo>
                <a:cubicBezTo>
                  <a:pt x="714806" y="6473320"/>
                  <a:pt x="726293" y="6488294"/>
                  <a:pt x="729166" y="6501423"/>
                </a:cubicBezTo>
                <a:lnTo>
                  <a:pt x="746397" y="6495680"/>
                </a:lnTo>
                <a:cubicBezTo>
                  <a:pt x="741473" y="6475987"/>
                  <a:pt x="724036" y="6457524"/>
                  <a:pt x="686495" y="645752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94000"/>
                </a:lnTo>
                <a:lnTo>
                  <a:pt x="0" y="68940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wrap="square" tIns="72000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Select placeholder and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125538"/>
            <a:ext cx="8737963" cy="2215262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F2E40CF-F772-F3FA-9F8B-8865F99952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519488"/>
            <a:ext cx="6615475" cy="13081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B636C8-0B94-406A-EEDE-DE0F57E6F7B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Strictly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E0618-7D31-6D04-FBFD-629116A0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365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with image black logotyp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558CC75-989E-71EF-235D-E128B0D37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8000"/>
            <a:ext cx="12192000" cy="6894000"/>
          </a:xfrm>
          <a:custGeom>
            <a:avLst/>
            <a:gdLst>
              <a:gd name="connsiteX0" fmla="*/ 1191539 w 12192000"/>
              <a:gd name="connsiteY0" fmla="*/ 6556402 h 6894000"/>
              <a:gd name="connsiteX1" fmla="*/ 1191539 w 12192000"/>
              <a:gd name="connsiteY1" fmla="*/ 6563581 h 6894000"/>
              <a:gd name="connsiteX2" fmla="*/ 1161180 w 12192000"/>
              <a:gd name="connsiteY2" fmla="*/ 6590866 h 6894000"/>
              <a:gd name="connsiteX3" fmla="*/ 1141896 w 12192000"/>
              <a:gd name="connsiteY3" fmla="*/ 6576095 h 6894000"/>
              <a:gd name="connsiteX4" fmla="*/ 1163641 w 12192000"/>
              <a:gd name="connsiteY4" fmla="*/ 6559069 h 6894000"/>
              <a:gd name="connsiteX5" fmla="*/ 991544 w 12192000"/>
              <a:gd name="connsiteY5" fmla="*/ 6516399 h 6894000"/>
              <a:gd name="connsiteX6" fmla="*/ 1023546 w 12192000"/>
              <a:gd name="connsiteY6" fmla="*/ 6551274 h 6894000"/>
              <a:gd name="connsiteX7" fmla="*/ 991544 w 12192000"/>
              <a:gd name="connsiteY7" fmla="*/ 6586352 h 6894000"/>
              <a:gd name="connsiteX8" fmla="*/ 958722 w 12192000"/>
              <a:gd name="connsiteY8" fmla="*/ 6551274 h 6894000"/>
              <a:gd name="connsiteX9" fmla="*/ 991544 w 12192000"/>
              <a:gd name="connsiteY9" fmla="*/ 6516399 h 6894000"/>
              <a:gd name="connsiteX10" fmla="*/ 879514 w 12192000"/>
              <a:gd name="connsiteY10" fmla="*/ 6516195 h 6894000"/>
              <a:gd name="connsiteX11" fmla="*/ 911926 w 12192000"/>
              <a:gd name="connsiteY11" fmla="*/ 6545120 h 6894000"/>
              <a:gd name="connsiteX12" fmla="*/ 846693 w 12192000"/>
              <a:gd name="connsiteY12" fmla="*/ 6545120 h 6894000"/>
              <a:gd name="connsiteX13" fmla="*/ 879514 w 12192000"/>
              <a:gd name="connsiteY13" fmla="*/ 6516195 h 6894000"/>
              <a:gd name="connsiteX14" fmla="*/ 1061499 w 12192000"/>
              <a:gd name="connsiteY14" fmla="*/ 6503475 h 6894000"/>
              <a:gd name="connsiteX15" fmla="*/ 1061499 w 12192000"/>
              <a:gd name="connsiteY15" fmla="*/ 6603379 h 6894000"/>
              <a:gd name="connsiteX16" fmla="*/ 1077909 w 12192000"/>
              <a:gd name="connsiteY16" fmla="*/ 6603379 h 6894000"/>
              <a:gd name="connsiteX17" fmla="*/ 1077909 w 12192000"/>
              <a:gd name="connsiteY17" fmla="*/ 6540401 h 6894000"/>
              <a:gd name="connsiteX18" fmla="*/ 1101913 w 12192000"/>
              <a:gd name="connsiteY18" fmla="*/ 6519682 h 6894000"/>
              <a:gd name="connsiteX19" fmla="*/ 1115656 w 12192000"/>
              <a:gd name="connsiteY19" fmla="*/ 6519682 h 6894000"/>
              <a:gd name="connsiteX20" fmla="*/ 1115656 w 12192000"/>
              <a:gd name="connsiteY20" fmla="*/ 6503475 h 6894000"/>
              <a:gd name="connsiteX21" fmla="*/ 1101707 w 12192000"/>
              <a:gd name="connsiteY21" fmla="*/ 6503475 h 6894000"/>
              <a:gd name="connsiteX22" fmla="*/ 1078526 w 12192000"/>
              <a:gd name="connsiteY22" fmla="*/ 6519271 h 6894000"/>
              <a:gd name="connsiteX23" fmla="*/ 1076679 w 12192000"/>
              <a:gd name="connsiteY23" fmla="*/ 6519271 h 6894000"/>
              <a:gd name="connsiteX24" fmla="*/ 1076679 w 12192000"/>
              <a:gd name="connsiteY24" fmla="*/ 6503475 h 6894000"/>
              <a:gd name="connsiteX25" fmla="*/ 1168565 w 12192000"/>
              <a:gd name="connsiteY25" fmla="*/ 6501423 h 6894000"/>
              <a:gd name="connsiteX26" fmla="*/ 1126715 w 12192000"/>
              <a:gd name="connsiteY26" fmla="*/ 6526246 h 6894000"/>
              <a:gd name="connsiteX27" fmla="*/ 1140870 w 12192000"/>
              <a:gd name="connsiteY27" fmla="*/ 6534247 h 6894000"/>
              <a:gd name="connsiteX28" fmla="*/ 1168769 w 12192000"/>
              <a:gd name="connsiteY28" fmla="*/ 6516195 h 6894000"/>
              <a:gd name="connsiteX29" fmla="*/ 1191539 w 12192000"/>
              <a:gd name="connsiteY29" fmla="*/ 6538760 h 6894000"/>
              <a:gd name="connsiteX30" fmla="*/ 1191539 w 12192000"/>
              <a:gd name="connsiteY30" fmla="*/ 6543068 h 6894000"/>
              <a:gd name="connsiteX31" fmla="*/ 1162411 w 12192000"/>
              <a:gd name="connsiteY31" fmla="*/ 6545735 h 6894000"/>
              <a:gd name="connsiteX32" fmla="*/ 1125280 w 12192000"/>
              <a:gd name="connsiteY32" fmla="*/ 6577121 h 6894000"/>
              <a:gd name="connsiteX33" fmla="*/ 1155846 w 12192000"/>
              <a:gd name="connsiteY33" fmla="*/ 6605636 h 6894000"/>
              <a:gd name="connsiteX34" fmla="*/ 1190718 w 12192000"/>
              <a:gd name="connsiteY34" fmla="*/ 6585122 h 6894000"/>
              <a:gd name="connsiteX35" fmla="*/ 1192156 w 12192000"/>
              <a:gd name="connsiteY35" fmla="*/ 6585122 h 6894000"/>
              <a:gd name="connsiteX36" fmla="*/ 1192156 w 12192000"/>
              <a:gd name="connsiteY36" fmla="*/ 6586148 h 6894000"/>
              <a:gd name="connsiteX37" fmla="*/ 1209387 w 12192000"/>
              <a:gd name="connsiteY37" fmla="*/ 6603379 h 6894000"/>
              <a:gd name="connsiteX38" fmla="*/ 1220055 w 12192000"/>
              <a:gd name="connsiteY38" fmla="*/ 6603379 h 6894000"/>
              <a:gd name="connsiteX39" fmla="*/ 1220055 w 12192000"/>
              <a:gd name="connsiteY39" fmla="*/ 6588198 h 6894000"/>
              <a:gd name="connsiteX40" fmla="*/ 1207952 w 12192000"/>
              <a:gd name="connsiteY40" fmla="*/ 6588198 h 6894000"/>
              <a:gd name="connsiteX41" fmla="*/ 1207952 w 12192000"/>
              <a:gd name="connsiteY41" fmla="*/ 6538554 h 6894000"/>
              <a:gd name="connsiteX42" fmla="*/ 1168565 w 12192000"/>
              <a:gd name="connsiteY42" fmla="*/ 6501423 h 6894000"/>
              <a:gd name="connsiteX43" fmla="*/ 879514 w 12192000"/>
              <a:gd name="connsiteY43" fmla="*/ 6501423 h 6894000"/>
              <a:gd name="connsiteX44" fmla="*/ 830075 w 12192000"/>
              <a:gd name="connsiteY44" fmla="*/ 6553530 h 6894000"/>
              <a:gd name="connsiteX45" fmla="*/ 880541 w 12192000"/>
              <a:gd name="connsiteY45" fmla="*/ 6605635 h 6894000"/>
              <a:gd name="connsiteX46" fmla="*/ 925877 w 12192000"/>
              <a:gd name="connsiteY46" fmla="*/ 6581840 h 6894000"/>
              <a:gd name="connsiteX47" fmla="*/ 912132 w 12192000"/>
              <a:gd name="connsiteY47" fmla="*/ 6573019 h 6894000"/>
              <a:gd name="connsiteX48" fmla="*/ 880746 w 12192000"/>
              <a:gd name="connsiteY48" fmla="*/ 6590661 h 6894000"/>
              <a:gd name="connsiteX49" fmla="*/ 846693 w 12192000"/>
              <a:gd name="connsiteY49" fmla="*/ 6558658 h 6894000"/>
              <a:gd name="connsiteX50" fmla="*/ 928133 w 12192000"/>
              <a:gd name="connsiteY50" fmla="*/ 6558658 h 6894000"/>
              <a:gd name="connsiteX51" fmla="*/ 928133 w 12192000"/>
              <a:gd name="connsiteY51" fmla="*/ 6549017 h 6894000"/>
              <a:gd name="connsiteX52" fmla="*/ 879514 w 12192000"/>
              <a:gd name="connsiteY52" fmla="*/ 6501423 h 6894000"/>
              <a:gd name="connsiteX53" fmla="*/ 988261 w 12192000"/>
              <a:gd name="connsiteY53" fmla="*/ 6501219 h 6894000"/>
              <a:gd name="connsiteX54" fmla="*/ 941900 w 12192000"/>
              <a:gd name="connsiteY54" fmla="*/ 6551274 h 6894000"/>
              <a:gd name="connsiteX55" fmla="*/ 988261 w 12192000"/>
              <a:gd name="connsiteY55" fmla="*/ 6601533 h 6894000"/>
              <a:gd name="connsiteX56" fmla="*/ 1021084 w 12192000"/>
              <a:gd name="connsiteY56" fmla="*/ 6584507 h 6894000"/>
              <a:gd name="connsiteX57" fmla="*/ 1023340 w 12192000"/>
              <a:gd name="connsiteY57" fmla="*/ 6584507 h 6894000"/>
              <a:gd name="connsiteX58" fmla="*/ 1023340 w 12192000"/>
              <a:gd name="connsiteY58" fmla="*/ 6627586 h 6894000"/>
              <a:gd name="connsiteX59" fmla="*/ 957490 w 12192000"/>
              <a:gd name="connsiteY59" fmla="*/ 6627586 h 6894000"/>
              <a:gd name="connsiteX60" fmla="*/ 957490 w 12192000"/>
              <a:gd name="connsiteY60" fmla="*/ 6642767 h 6894000"/>
              <a:gd name="connsiteX61" fmla="*/ 1006109 w 12192000"/>
              <a:gd name="connsiteY61" fmla="*/ 6642767 h 6894000"/>
              <a:gd name="connsiteX62" fmla="*/ 1039751 w 12192000"/>
              <a:gd name="connsiteY62" fmla="*/ 6607687 h 6894000"/>
              <a:gd name="connsiteX63" fmla="*/ 1039751 w 12192000"/>
              <a:gd name="connsiteY63" fmla="*/ 6503475 h 6894000"/>
              <a:gd name="connsiteX64" fmla="*/ 1023750 w 12192000"/>
              <a:gd name="connsiteY64" fmla="*/ 6503475 h 6894000"/>
              <a:gd name="connsiteX65" fmla="*/ 1023750 w 12192000"/>
              <a:gd name="connsiteY65" fmla="*/ 6518862 h 6894000"/>
              <a:gd name="connsiteX66" fmla="*/ 1021494 w 12192000"/>
              <a:gd name="connsiteY66" fmla="*/ 6518862 h 6894000"/>
              <a:gd name="connsiteX67" fmla="*/ 988261 w 12192000"/>
              <a:gd name="connsiteY67" fmla="*/ 6501219 h 6894000"/>
              <a:gd name="connsiteX68" fmla="*/ 775502 w 12192000"/>
              <a:gd name="connsiteY68" fmla="*/ 6475987 h 6894000"/>
              <a:gd name="connsiteX69" fmla="*/ 775502 w 12192000"/>
              <a:gd name="connsiteY69" fmla="*/ 6503475 h 6894000"/>
              <a:gd name="connsiteX70" fmla="*/ 757039 w 12192000"/>
              <a:gd name="connsiteY70" fmla="*/ 6503475 h 6894000"/>
              <a:gd name="connsiteX71" fmla="*/ 757039 w 12192000"/>
              <a:gd name="connsiteY71" fmla="*/ 6518656 h 6894000"/>
              <a:gd name="connsiteX72" fmla="*/ 775502 w 12192000"/>
              <a:gd name="connsiteY72" fmla="*/ 6518656 h 6894000"/>
              <a:gd name="connsiteX73" fmla="*/ 775502 w 12192000"/>
              <a:gd name="connsiteY73" fmla="*/ 6579994 h 6894000"/>
              <a:gd name="connsiteX74" fmla="*/ 798889 w 12192000"/>
              <a:gd name="connsiteY74" fmla="*/ 6603379 h 6894000"/>
              <a:gd name="connsiteX75" fmla="*/ 819812 w 12192000"/>
              <a:gd name="connsiteY75" fmla="*/ 6603379 h 6894000"/>
              <a:gd name="connsiteX76" fmla="*/ 819812 w 12192000"/>
              <a:gd name="connsiteY76" fmla="*/ 6588198 h 6894000"/>
              <a:gd name="connsiteX77" fmla="*/ 791913 w 12192000"/>
              <a:gd name="connsiteY77" fmla="*/ 6588198 h 6894000"/>
              <a:gd name="connsiteX78" fmla="*/ 791913 w 12192000"/>
              <a:gd name="connsiteY78" fmla="*/ 6518656 h 6894000"/>
              <a:gd name="connsiteX79" fmla="*/ 819812 w 12192000"/>
              <a:gd name="connsiteY79" fmla="*/ 6518656 h 6894000"/>
              <a:gd name="connsiteX80" fmla="*/ 819812 w 12192000"/>
              <a:gd name="connsiteY80" fmla="*/ 6503475 h 6894000"/>
              <a:gd name="connsiteX81" fmla="*/ 791913 w 12192000"/>
              <a:gd name="connsiteY81" fmla="*/ 6503475 h 6894000"/>
              <a:gd name="connsiteX82" fmla="*/ 791913 w 12192000"/>
              <a:gd name="connsiteY82" fmla="*/ 6475987 h 6894000"/>
              <a:gd name="connsiteX83" fmla="*/ 429972 w 12192000"/>
              <a:gd name="connsiteY83" fmla="*/ 6460090 h 6894000"/>
              <a:gd name="connsiteX84" fmla="*/ 419945 w 12192000"/>
              <a:gd name="connsiteY84" fmla="*/ 6531706 h 6894000"/>
              <a:gd name="connsiteX85" fmla="*/ 359788 w 12192000"/>
              <a:gd name="connsiteY85" fmla="*/ 6531706 h 6894000"/>
              <a:gd name="connsiteX86" fmla="*/ 359788 w 12192000"/>
              <a:gd name="connsiteY86" fmla="*/ 6603322 h 6894000"/>
              <a:gd name="connsiteX87" fmla="*/ 419945 w 12192000"/>
              <a:gd name="connsiteY87" fmla="*/ 6531706 h 6894000"/>
              <a:gd name="connsiteX88" fmla="*/ 500155 w 12192000"/>
              <a:gd name="connsiteY88" fmla="*/ 6531706 h 6894000"/>
              <a:gd name="connsiteX89" fmla="*/ 560313 w 12192000"/>
              <a:gd name="connsiteY89" fmla="*/ 6603322 h 6894000"/>
              <a:gd name="connsiteX90" fmla="*/ 560313 w 12192000"/>
              <a:gd name="connsiteY90" fmla="*/ 6531706 h 6894000"/>
              <a:gd name="connsiteX91" fmla="*/ 500155 w 12192000"/>
              <a:gd name="connsiteY91" fmla="*/ 6531706 h 6894000"/>
              <a:gd name="connsiteX92" fmla="*/ 490129 w 12192000"/>
              <a:gd name="connsiteY92" fmla="*/ 6460090 h 6894000"/>
              <a:gd name="connsiteX93" fmla="*/ 686495 w 12192000"/>
              <a:gd name="connsiteY93" fmla="*/ 6457524 h 6894000"/>
              <a:gd name="connsiteX94" fmla="*/ 633158 w 12192000"/>
              <a:gd name="connsiteY94" fmla="*/ 6496911 h 6894000"/>
              <a:gd name="connsiteX95" fmla="*/ 675008 w 12192000"/>
              <a:gd name="connsiteY95" fmla="*/ 6535273 h 6894000"/>
              <a:gd name="connsiteX96" fmla="*/ 699419 w 12192000"/>
              <a:gd name="connsiteY96" fmla="*/ 6539786 h 6894000"/>
              <a:gd name="connsiteX97" fmla="*/ 730190 w 12192000"/>
              <a:gd name="connsiteY97" fmla="*/ 6563787 h 6894000"/>
              <a:gd name="connsiteX98" fmla="*/ 691419 w 12192000"/>
              <a:gd name="connsiteY98" fmla="*/ 6589635 h 6894000"/>
              <a:gd name="connsiteX99" fmla="*/ 645467 w 12192000"/>
              <a:gd name="connsiteY99" fmla="*/ 6554351 h 6894000"/>
              <a:gd name="connsiteX100" fmla="*/ 628031 w 12192000"/>
              <a:gd name="connsiteY100" fmla="*/ 6559684 h 6894000"/>
              <a:gd name="connsiteX101" fmla="*/ 691009 w 12192000"/>
              <a:gd name="connsiteY101" fmla="*/ 6605636 h 6894000"/>
              <a:gd name="connsiteX102" fmla="*/ 747629 w 12192000"/>
              <a:gd name="connsiteY102" fmla="*/ 6563581 h 6894000"/>
              <a:gd name="connsiteX103" fmla="*/ 703111 w 12192000"/>
              <a:gd name="connsiteY103" fmla="*/ 6522759 h 6894000"/>
              <a:gd name="connsiteX104" fmla="*/ 678700 w 12192000"/>
              <a:gd name="connsiteY104" fmla="*/ 6518451 h 6894000"/>
              <a:gd name="connsiteX105" fmla="*/ 650801 w 12192000"/>
              <a:gd name="connsiteY105" fmla="*/ 6496091 h 6894000"/>
              <a:gd name="connsiteX106" fmla="*/ 686495 w 12192000"/>
              <a:gd name="connsiteY106" fmla="*/ 6473320 h 6894000"/>
              <a:gd name="connsiteX107" fmla="*/ 729166 w 12192000"/>
              <a:gd name="connsiteY107" fmla="*/ 6501423 h 6894000"/>
              <a:gd name="connsiteX108" fmla="*/ 746397 w 12192000"/>
              <a:gd name="connsiteY108" fmla="*/ 6495680 h 6894000"/>
              <a:gd name="connsiteX109" fmla="*/ 686495 w 12192000"/>
              <a:gd name="connsiteY109" fmla="*/ 6457524 h 6894000"/>
              <a:gd name="connsiteX110" fmla="*/ 0 w 12192000"/>
              <a:gd name="connsiteY110" fmla="*/ 0 h 6894000"/>
              <a:gd name="connsiteX111" fmla="*/ 12192000 w 12192000"/>
              <a:gd name="connsiteY111" fmla="*/ 0 h 6894000"/>
              <a:gd name="connsiteX112" fmla="*/ 12192000 w 12192000"/>
              <a:gd name="connsiteY112" fmla="*/ 6894000 h 6894000"/>
              <a:gd name="connsiteX113" fmla="*/ 0 w 12192000"/>
              <a:gd name="connsiteY113" fmla="*/ 6894000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12192000" h="6894000">
                <a:moveTo>
                  <a:pt x="1191539" y="6556402"/>
                </a:moveTo>
                <a:lnTo>
                  <a:pt x="1191539" y="6563581"/>
                </a:lnTo>
                <a:cubicBezTo>
                  <a:pt x="1191539" y="6582661"/>
                  <a:pt x="1174923" y="6590866"/>
                  <a:pt x="1161180" y="6590866"/>
                </a:cubicBezTo>
                <a:cubicBezTo>
                  <a:pt x="1151332" y="6590866"/>
                  <a:pt x="1141896" y="6586763"/>
                  <a:pt x="1141896" y="6576095"/>
                </a:cubicBezTo>
                <a:cubicBezTo>
                  <a:pt x="1141896" y="6566248"/>
                  <a:pt x="1150102" y="6560299"/>
                  <a:pt x="1163641" y="6559069"/>
                </a:cubicBezTo>
                <a:close/>
                <a:moveTo>
                  <a:pt x="991544" y="6516399"/>
                </a:moveTo>
                <a:cubicBezTo>
                  <a:pt x="1007750" y="6516399"/>
                  <a:pt x="1023546" y="6525836"/>
                  <a:pt x="1023546" y="6551274"/>
                </a:cubicBezTo>
                <a:cubicBezTo>
                  <a:pt x="1023546" y="6576710"/>
                  <a:pt x="1007750" y="6586352"/>
                  <a:pt x="991544" y="6586352"/>
                </a:cubicBezTo>
                <a:cubicBezTo>
                  <a:pt x="975338" y="6586352"/>
                  <a:pt x="958722" y="6576506"/>
                  <a:pt x="958722" y="6551274"/>
                </a:cubicBezTo>
                <a:cubicBezTo>
                  <a:pt x="958722" y="6526040"/>
                  <a:pt x="975338" y="6516399"/>
                  <a:pt x="991544" y="6516399"/>
                </a:cubicBezTo>
                <a:close/>
                <a:moveTo>
                  <a:pt x="879514" y="6516195"/>
                </a:moveTo>
                <a:cubicBezTo>
                  <a:pt x="896951" y="6516195"/>
                  <a:pt x="910491" y="6527681"/>
                  <a:pt x="911926" y="6545120"/>
                </a:cubicBezTo>
                <a:lnTo>
                  <a:pt x="846693" y="6545120"/>
                </a:lnTo>
                <a:cubicBezTo>
                  <a:pt x="848332" y="6527477"/>
                  <a:pt x="863309" y="6516195"/>
                  <a:pt x="879514" y="6516195"/>
                </a:cubicBezTo>
                <a:close/>
                <a:moveTo>
                  <a:pt x="1061499" y="6503475"/>
                </a:moveTo>
                <a:lnTo>
                  <a:pt x="1061499" y="6603379"/>
                </a:lnTo>
                <a:lnTo>
                  <a:pt x="1077909" y="6603379"/>
                </a:lnTo>
                <a:lnTo>
                  <a:pt x="1077909" y="6540401"/>
                </a:lnTo>
                <a:cubicBezTo>
                  <a:pt x="1077909" y="6526861"/>
                  <a:pt x="1085295" y="6519682"/>
                  <a:pt x="1101913" y="6519682"/>
                </a:cubicBezTo>
                <a:lnTo>
                  <a:pt x="1115656" y="6519682"/>
                </a:lnTo>
                <a:lnTo>
                  <a:pt x="1115656" y="6503475"/>
                </a:lnTo>
                <a:lnTo>
                  <a:pt x="1101707" y="6503475"/>
                </a:lnTo>
                <a:cubicBezTo>
                  <a:pt x="1088168" y="6503475"/>
                  <a:pt x="1081809" y="6510040"/>
                  <a:pt x="1078526" y="6519271"/>
                </a:cubicBezTo>
                <a:lnTo>
                  <a:pt x="1076679" y="6519271"/>
                </a:lnTo>
                <a:lnTo>
                  <a:pt x="1076679" y="6503475"/>
                </a:lnTo>
                <a:close/>
                <a:moveTo>
                  <a:pt x="1168565" y="6501423"/>
                </a:moveTo>
                <a:cubicBezTo>
                  <a:pt x="1148255" y="6501423"/>
                  <a:pt x="1132869" y="6511065"/>
                  <a:pt x="1126715" y="6526246"/>
                </a:cubicBezTo>
                <a:lnTo>
                  <a:pt x="1140870" y="6534247"/>
                </a:lnTo>
                <a:cubicBezTo>
                  <a:pt x="1144769" y="6523169"/>
                  <a:pt x="1154205" y="6516195"/>
                  <a:pt x="1168769" y="6516195"/>
                </a:cubicBezTo>
                <a:cubicBezTo>
                  <a:pt x="1183129" y="6516195"/>
                  <a:pt x="1191539" y="6522553"/>
                  <a:pt x="1191539" y="6538760"/>
                </a:cubicBezTo>
                <a:lnTo>
                  <a:pt x="1191539" y="6543068"/>
                </a:lnTo>
                <a:lnTo>
                  <a:pt x="1162411" y="6545735"/>
                </a:lnTo>
                <a:cubicBezTo>
                  <a:pt x="1141281" y="6547581"/>
                  <a:pt x="1125280" y="6557633"/>
                  <a:pt x="1125280" y="6577121"/>
                </a:cubicBezTo>
                <a:cubicBezTo>
                  <a:pt x="1125280" y="6593123"/>
                  <a:pt x="1136153" y="6605636"/>
                  <a:pt x="1155846" y="6605636"/>
                </a:cubicBezTo>
                <a:cubicBezTo>
                  <a:pt x="1171436" y="6605636"/>
                  <a:pt x="1184361" y="6598046"/>
                  <a:pt x="1190718" y="6585122"/>
                </a:cubicBezTo>
                <a:lnTo>
                  <a:pt x="1192156" y="6585122"/>
                </a:lnTo>
                <a:lnTo>
                  <a:pt x="1192156" y="6586148"/>
                </a:lnTo>
                <a:cubicBezTo>
                  <a:pt x="1192156" y="6597020"/>
                  <a:pt x="1198515" y="6603379"/>
                  <a:pt x="1209387" y="6603379"/>
                </a:cubicBezTo>
                <a:lnTo>
                  <a:pt x="1220055" y="6603379"/>
                </a:lnTo>
                <a:lnTo>
                  <a:pt x="1220055" y="6588198"/>
                </a:lnTo>
                <a:lnTo>
                  <a:pt x="1207952" y="6588198"/>
                </a:lnTo>
                <a:lnTo>
                  <a:pt x="1207952" y="6538554"/>
                </a:lnTo>
                <a:cubicBezTo>
                  <a:pt x="1207952" y="6514348"/>
                  <a:pt x="1192771" y="6501423"/>
                  <a:pt x="1168565" y="6501423"/>
                </a:cubicBezTo>
                <a:close/>
                <a:moveTo>
                  <a:pt x="879514" y="6501423"/>
                </a:moveTo>
                <a:cubicBezTo>
                  <a:pt x="848538" y="6501423"/>
                  <a:pt x="830075" y="6524605"/>
                  <a:pt x="830075" y="6553530"/>
                </a:cubicBezTo>
                <a:cubicBezTo>
                  <a:pt x="830075" y="6583070"/>
                  <a:pt x="850385" y="6605635"/>
                  <a:pt x="880541" y="6605635"/>
                </a:cubicBezTo>
                <a:cubicBezTo>
                  <a:pt x="901054" y="6605635"/>
                  <a:pt x="917465" y="6594969"/>
                  <a:pt x="925877" y="6581840"/>
                </a:cubicBezTo>
                <a:lnTo>
                  <a:pt x="912132" y="6573019"/>
                </a:lnTo>
                <a:cubicBezTo>
                  <a:pt x="906593" y="6582455"/>
                  <a:pt x="894901" y="6590661"/>
                  <a:pt x="880746" y="6590661"/>
                </a:cubicBezTo>
                <a:cubicBezTo>
                  <a:pt x="862898" y="6590661"/>
                  <a:pt x="848538" y="6577736"/>
                  <a:pt x="846693" y="6558658"/>
                </a:cubicBezTo>
                <a:lnTo>
                  <a:pt x="928133" y="6558658"/>
                </a:lnTo>
                <a:lnTo>
                  <a:pt x="928133" y="6549017"/>
                </a:lnTo>
                <a:cubicBezTo>
                  <a:pt x="928133" y="6523784"/>
                  <a:pt x="909876" y="6501423"/>
                  <a:pt x="879514" y="6501423"/>
                </a:cubicBezTo>
                <a:close/>
                <a:moveTo>
                  <a:pt x="988261" y="6501219"/>
                </a:moveTo>
                <a:cubicBezTo>
                  <a:pt x="962209" y="6501219"/>
                  <a:pt x="941900" y="6520092"/>
                  <a:pt x="941900" y="6551274"/>
                </a:cubicBezTo>
                <a:cubicBezTo>
                  <a:pt x="941900" y="6582455"/>
                  <a:pt x="962209" y="6601533"/>
                  <a:pt x="988261" y="6601533"/>
                </a:cubicBezTo>
                <a:cubicBezTo>
                  <a:pt x="1003645" y="6601533"/>
                  <a:pt x="1014108" y="6594969"/>
                  <a:pt x="1021084" y="6584507"/>
                </a:cubicBezTo>
                <a:lnTo>
                  <a:pt x="1023340" y="6584507"/>
                </a:lnTo>
                <a:lnTo>
                  <a:pt x="1023340" y="6627586"/>
                </a:lnTo>
                <a:lnTo>
                  <a:pt x="957490" y="6627586"/>
                </a:lnTo>
                <a:lnTo>
                  <a:pt x="957490" y="6642767"/>
                </a:lnTo>
                <a:lnTo>
                  <a:pt x="1006109" y="6642767"/>
                </a:lnTo>
                <a:cubicBezTo>
                  <a:pt x="1031750" y="6642767"/>
                  <a:pt x="1039751" y="6633330"/>
                  <a:pt x="1039751" y="6607687"/>
                </a:cubicBezTo>
                <a:lnTo>
                  <a:pt x="1039751" y="6503475"/>
                </a:lnTo>
                <a:lnTo>
                  <a:pt x="1023750" y="6503475"/>
                </a:lnTo>
                <a:lnTo>
                  <a:pt x="1023750" y="6518862"/>
                </a:lnTo>
                <a:lnTo>
                  <a:pt x="1021494" y="6518862"/>
                </a:lnTo>
                <a:cubicBezTo>
                  <a:pt x="1014519" y="6508194"/>
                  <a:pt x="1003645" y="6501219"/>
                  <a:pt x="988261" y="6501219"/>
                </a:cubicBezTo>
                <a:close/>
                <a:moveTo>
                  <a:pt x="775502" y="6475987"/>
                </a:moveTo>
                <a:lnTo>
                  <a:pt x="775502" y="6503475"/>
                </a:lnTo>
                <a:lnTo>
                  <a:pt x="757039" y="6503475"/>
                </a:lnTo>
                <a:lnTo>
                  <a:pt x="757039" y="6518656"/>
                </a:lnTo>
                <a:lnTo>
                  <a:pt x="775502" y="6518656"/>
                </a:lnTo>
                <a:lnTo>
                  <a:pt x="775502" y="6579994"/>
                </a:lnTo>
                <a:cubicBezTo>
                  <a:pt x="775502" y="6597020"/>
                  <a:pt x="781862" y="6603379"/>
                  <a:pt x="798889" y="6603379"/>
                </a:cubicBezTo>
                <a:lnTo>
                  <a:pt x="819812" y="6603379"/>
                </a:lnTo>
                <a:lnTo>
                  <a:pt x="819812" y="6588198"/>
                </a:lnTo>
                <a:lnTo>
                  <a:pt x="791913" y="6588198"/>
                </a:lnTo>
                <a:lnTo>
                  <a:pt x="791913" y="6518656"/>
                </a:lnTo>
                <a:lnTo>
                  <a:pt x="819812" y="6518656"/>
                </a:lnTo>
                <a:lnTo>
                  <a:pt x="819812" y="6503475"/>
                </a:lnTo>
                <a:lnTo>
                  <a:pt x="791913" y="6503475"/>
                </a:lnTo>
                <a:lnTo>
                  <a:pt x="791913" y="6475987"/>
                </a:lnTo>
                <a:close/>
                <a:moveTo>
                  <a:pt x="429972" y="6460090"/>
                </a:moveTo>
                <a:cubicBezTo>
                  <a:pt x="429972" y="6484963"/>
                  <a:pt x="425881" y="6509833"/>
                  <a:pt x="419945" y="6531706"/>
                </a:cubicBezTo>
                <a:lnTo>
                  <a:pt x="359788" y="6531706"/>
                </a:lnTo>
                <a:lnTo>
                  <a:pt x="359788" y="6603322"/>
                </a:lnTo>
                <a:cubicBezTo>
                  <a:pt x="388683" y="6603322"/>
                  <a:pt x="408792" y="6572811"/>
                  <a:pt x="419945" y="6531706"/>
                </a:cubicBezTo>
                <a:lnTo>
                  <a:pt x="500155" y="6531706"/>
                </a:lnTo>
                <a:cubicBezTo>
                  <a:pt x="511309" y="6572811"/>
                  <a:pt x="531418" y="6603322"/>
                  <a:pt x="560313" y="6603322"/>
                </a:cubicBezTo>
                <a:lnTo>
                  <a:pt x="560313" y="6531706"/>
                </a:lnTo>
                <a:lnTo>
                  <a:pt x="500155" y="6531706"/>
                </a:lnTo>
                <a:cubicBezTo>
                  <a:pt x="494220" y="6509833"/>
                  <a:pt x="490129" y="6484963"/>
                  <a:pt x="490129" y="6460090"/>
                </a:cubicBezTo>
                <a:close/>
                <a:moveTo>
                  <a:pt x="686495" y="6457524"/>
                </a:moveTo>
                <a:cubicBezTo>
                  <a:pt x="660237" y="6457524"/>
                  <a:pt x="633158" y="6467370"/>
                  <a:pt x="633158" y="6496911"/>
                </a:cubicBezTo>
                <a:cubicBezTo>
                  <a:pt x="633158" y="6516195"/>
                  <a:pt x="644852" y="6529733"/>
                  <a:pt x="675008" y="6535273"/>
                </a:cubicBezTo>
                <a:lnTo>
                  <a:pt x="699419" y="6539786"/>
                </a:lnTo>
                <a:cubicBezTo>
                  <a:pt x="723627" y="6544299"/>
                  <a:pt x="730190" y="6552095"/>
                  <a:pt x="730190" y="6563787"/>
                </a:cubicBezTo>
                <a:cubicBezTo>
                  <a:pt x="730190" y="6584917"/>
                  <a:pt x="705984" y="6589430"/>
                  <a:pt x="691419" y="6589635"/>
                </a:cubicBezTo>
                <a:cubicBezTo>
                  <a:pt x="659416" y="6589635"/>
                  <a:pt x="648339" y="6570352"/>
                  <a:pt x="645467" y="6554351"/>
                </a:cubicBezTo>
                <a:lnTo>
                  <a:pt x="628031" y="6559684"/>
                </a:lnTo>
                <a:cubicBezTo>
                  <a:pt x="633364" y="6585328"/>
                  <a:pt x="652647" y="6605636"/>
                  <a:pt x="691009" y="6605636"/>
                </a:cubicBezTo>
                <a:cubicBezTo>
                  <a:pt x="716856" y="6605636"/>
                  <a:pt x="747629" y="6595790"/>
                  <a:pt x="747629" y="6563581"/>
                </a:cubicBezTo>
                <a:cubicBezTo>
                  <a:pt x="747629" y="6540401"/>
                  <a:pt x="731422" y="6527681"/>
                  <a:pt x="703111" y="6522759"/>
                </a:cubicBezTo>
                <a:lnTo>
                  <a:pt x="678700" y="6518451"/>
                </a:lnTo>
                <a:cubicBezTo>
                  <a:pt x="658186" y="6514758"/>
                  <a:pt x="650801" y="6506553"/>
                  <a:pt x="650801" y="6496091"/>
                </a:cubicBezTo>
                <a:cubicBezTo>
                  <a:pt x="650801" y="6479474"/>
                  <a:pt x="669264" y="6473320"/>
                  <a:pt x="686495" y="6473320"/>
                </a:cubicBezTo>
                <a:cubicBezTo>
                  <a:pt x="714806" y="6473320"/>
                  <a:pt x="726293" y="6488294"/>
                  <a:pt x="729166" y="6501423"/>
                </a:cubicBezTo>
                <a:lnTo>
                  <a:pt x="746397" y="6495680"/>
                </a:lnTo>
                <a:cubicBezTo>
                  <a:pt x="741473" y="6475987"/>
                  <a:pt x="724036" y="6457524"/>
                  <a:pt x="686495" y="645752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94000"/>
                </a:lnTo>
                <a:lnTo>
                  <a:pt x="0" y="68940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wrap="square" tIns="72000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Select placeholder and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125538"/>
            <a:ext cx="8737963" cy="2215262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C2D827F-730E-6E53-B0BB-4A7F07D0C7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519488"/>
            <a:ext cx="6615475" cy="13081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3FBBA3-3F69-1AF1-2852-108368DBA03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r>
              <a:rPr lang="en-US" dirty="0"/>
              <a:t>Strictly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41081-3A45-16FF-2492-A27928F59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461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purple">
    <p:bg>
      <p:bgPr>
        <a:solidFill>
          <a:srgbClr val="D78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125538"/>
            <a:ext cx="8737963" cy="2215262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8BEBE80-3539-B4C5-98D0-2CF2EEDCB5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519488"/>
            <a:ext cx="6615475" cy="13081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A04F2-A6C0-53D8-3D8D-A6BAF4329FB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en-US" dirty="0"/>
              <a:t>Strictly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16C4A-8922-798E-6158-771AFFB482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raphic 15">
            <a:extLst>
              <a:ext uri="{FF2B5EF4-FFF2-40B4-BE49-F238E27FC236}">
                <a16:creationId xmlns:a16="http://schemas.microsoft.com/office/drawing/2014/main" id="{76D39A22-B948-E461-FB01-F3007FD44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825" y="6436746"/>
            <a:ext cx="866195" cy="1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95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light purple"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125538"/>
            <a:ext cx="8737963" cy="2215262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ED6F6F0-4060-5EC3-3D5D-10ABDA43E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519488"/>
            <a:ext cx="6615475" cy="13081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C22F2-9E33-5E7B-50FF-9B50112F701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F12FB-E5D9-C4AE-D2D0-8B741136DC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raphic 15">
            <a:extLst>
              <a:ext uri="{FF2B5EF4-FFF2-40B4-BE49-F238E27FC236}">
                <a16:creationId xmlns:a16="http://schemas.microsoft.com/office/drawing/2014/main" id="{B6C3872D-78FB-7D55-9461-384DFB3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825" y="6436746"/>
            <a:ext cx="866195" cy="1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3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green">
    <p:bg>
      <p:bgPr>
        <a:solidFill>
          <a:srgbClr val="00C8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125538"/>
            <a:ext cx="8737963" cy="2215262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D6D86FB-3DE4-0358-8D80-BCA135BB6A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519488"/>
            <a:ext cx="6615475" cy="13081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99AD9-188E-2DB9-6C00-B5A9BB269F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4671F-3E58-C406-F4CC-5749324D77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raphic 15">
            <a:extLst>
              <a:ext uri="{FF2B5EF4-FFF2-40B4-BE49-F238E27FC236}">
                <a16:creationId xmlns:a16="http://schemas.microsoft.com/office/drawing/2014/main" id="{ABA19BB0-287A-781A-CE60-50F058C08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825" y="6436746"/>
            <a:ext cx="866195" cy="1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84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light green">
    <p:bg>
      <p:bgPr>
        <a:solidFill>
          <a:srgbClr val="DC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125538"/>
            <a:ext cx="8737963" cy="2215262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94FA293-B88C-EFBB-09EF-BF2F8583FD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519488"/>
            <a:ext cx="6615475" cy="13081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194AC-9F0D-5633-0FB1-FBE64DF00C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CE556-1A43-DC95-096E-245BB24AD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raphic 15">
            <a:extLst>
              <a:ext uri="{FF2B5EF4-FFF2-40B4-BE49-F238E27FC236}">
                <a16:creationId xmlns:a16="http://schemas.microsoft.com/office/drawing/2014/main" id="{2E418447-996F-1D11-2350-C1BEE3E37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825" y="6436746"/>
            <a:ext cx="866195" cy="1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799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286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681037"/>
            <a:ext cx="11471632" cy="96520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8774" y="1849438"/>
            <a:ext cx="11472863" cy="3722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49E6DA-155B-125C-13EE-6253D417DF4C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583635" y="6345238"/>
            <a:ext cx="8304903" cy="256107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E2658-B66D-3A89-AE5B-5B8D0AD762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F9DBBE-0DEA-DD38-48CE-2AF13775CE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169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358775"/>
            <a:ext cx="11471632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681037"/>
            <a:ext cx="11471632" cy="96520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8774" y="1849438"/>
            <a:ext cx="11471631" cy="3722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49E6DA-155B-125C-13EE-6253D417DF4C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583635" y="6346800"/>
            <a:ext cx="8305200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5B528-007E-F5A8-A6CD-C30529673A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Strictly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F9DBBE-0DEA-DD38-48CE-2AF13775CE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raphic 15">
            <a:extLst>
              <a:ext uri="{FF2B5EF4-FFF2-40B4-BE49-F238E27FC236}">
                <a16:creationId xmlns:a16="http://schemas.microsoft.com/office/drawing/2014/main" id="{F23E4BE6-5912-DBD8-BBA8-6DCE38D58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825" y="6436746"/>
            <a:ext cx="866195" cy="1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17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 sub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286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681038"/>
            <a:ext cx="11471632" cy="47368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5F846D-89E5-36BD-1631-0B4C5C298D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8775" y="1165466"/>
            <a:ext cx="11472863" cy="48077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 headline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8774" y="1849438"/>
            <a:ext cx="11472863" cy="3722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49E6DA-155B-125C-13EE-6253D417DF4C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583635" y="6346800"/>
            <a:ext cx="8305200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E2658-B66D-3A89-AE5B-5B8D0AD762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F9DBBE-0DEA-DD38-48CE-2AF13775CE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836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le pattern w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7880575-A1FA-DECA-255F-733A97E49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050131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681037"/>
            <a:ext cx="10501313" cy="96520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8774" y="1849438"/>
            <a:ext cx="10501313" cy="3722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E2658-B66D-3A89-AE5B-5B8D0AD762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Strictly confidential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49E6DA-155B-125C-13EE-6253D417DF4C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583635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F9DBBE-0DEA-DD38-48CE-2AF13775CE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raphic 15">
            <a:extLst>
              <a:ext uri="{FF2B5EF4-FFF2-40B4-BE49-F238E27FC236}">
                <a16:creationId xmlns:a16="http://schemas.microsoft.com/office/drawing/2014/main" id="{F86165FB-14FD-F3F4-4072-947D3E359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25" y="6436746"/>
            <a:ext cx="866195" cy="1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020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le pattern w text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7880575-A1FA-DECA-255F-733A97E49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358775"/>
            <a:ext cx="1050131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681037"/>
            <a:ext cx="10501313" cy="96520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8775" y="1849438"/>
            <a:ext cx="10501313" cy="3722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49E6DA-155B-125C-13EE-6253D417DF4C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583634" y="6346800"/>
            <a:ext cx="8305200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E2658-B66D-3A89-AE5B-5B8D0AD762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Strictly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F9DBBE-0DEA-DD38-48CE-2AF13775CE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raphic 15">
            <a:extLst>
              <a:ext uri="{FF2B5EF4-FFF2-40B4-BE49-F238E27FC236}">
                <a16:creationId xmlns:a16="http://schemas.microsoft.com/office/drawing/2014/main" id="{F86165FB-14FD-F3F4-4072-947D3E359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25" y="6436746"/>
            <a:ext cx="866195" cy="1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427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le pattern w text light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7880575-A1FA-DECA-255F-733A97E49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050131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681037"/>
            <a:ext cx="10501313" cy="96520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8774" y="1849437"/>
            <a:ext cx="10501313" cy="3722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49E6DA-155B-125C-13EE-6253D417DF4C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583635" y="6346800"/>
            <a:ext cx="8304903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E2658-B66D-3A89-AE5B-5B8D0AD762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Strictly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F9DBBE-0DEA-DD38-48CE-2AF13775CE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raphic 15">
            <a:extLst>
              <a:ext uri="{FF2B5EF4-FFF2-40B4-BE49-F238E27FC236}">
                <a16:creationId xmlns:a16="http://schemas.microsoft.com/office/drawing/2014/main" id="{F86165FB-14FD-F3F4-4072-947D3E359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25" y="6436746"/>
            <a:ext cx="866195" cy="1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855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w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286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Headline1">
            <a:extLst>
              <a:ext uri="{FF2B5EF4-FFF2-40B4-BE49-F238E27FC236}">
                <a16:creationId xmlns:a16="http://schemas.microsoft.com/office/drawing/2014/main" id="{F6DA6596-CD1D-7276-858A-464D8B88637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774" y="1849438"/>
            <a:ext cx="56520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9E19BA-2C82-3EB8-D062-554C740656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2085974"/>
            <a:ext cx="5650774" cy="3483186"/>
          </a:xfrm>
          <a:custGeom>
            <a:avLst/>
            <a:gdLst>
              <a:gd name="connsiteX0" fmla="*/ 76621 w 5650774"/>
              <a:gd name="connsiteY0" fmla="*/ 0 h 3483186"/>
              <a:gd name="connsiteX1" fmla="*/ 5574154 w 5650774"/>
              <a:gd name="connsiteY1" fmla="*/ 0 h 3483186"/>
              <a:gd name="connsiteX2" fmla="*/ 5650774 w 5650774"/>
              <a:gd name="connsiteY2" fmla="*/ 71146 h 3483186"/>
              <a:gd name="connsiteX3" fmla="*/ 5650774 w 5650774"/>
              <a:gd name="connsiteY3" fmla="*/ 3412040 h 3483186"/>
              <a:gd name="connsiteX4" fmla="*/ 5574154 w 5650774"/>
              <a:gd name="connsiteY4" fmla="*/ 3483186 h 3483186"/>
              <a:gd name="connsiteX5" fmla="*/ 76621 w 5650774"/>
              <a:gd name="connsiteY5" fmla="*/ 3483186 h 3483186"/>
              <a:gd name="connsiteX6" fmla="*/ 0 w 5650774"/>
              <a:gd name="connsiteY6" fmla="*/ 3412040 h 3483186"/>
              <a:gd name="connsiteX7" fmla="*/ 0 w 5650774"/>
              <a:gd name="connsiteY7" fmla="*/ 71146 h 3483186"/>
              <a:gd name="connsiteX8" fmla="*/ 76621 w 5650774"/>
              <a:gd name="connsiteY8" fmla="*/ 0 h 3483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0774" h="3483186">
                <a:moveTo>
                  <a:pt x="76621" y="0"/>
                </a:moveTo>
                <a:lnTo>
                  <a:pt x="5574154" y="0"/>
                </a:lnTo>
                <a:cubicBezTo>
                  <a:pt x="5616470" y="0"/>
                  <a:pt x="5650774" y="31853"/>
                  <a:pt x="5650774" y="71146"/>
                </a:cubicBezTo>
                <a:lnTo>
                  <a:pt x="5650774" y="3412040"/>
                </a:lnTo>
                <a:cubicBezTo>
                  <a:pt x="5650774" y="3451333"/>
                  <a:pt x="5616470" y="3483186"/>
                  <a:pt x="5574154" y="3483186"/>
                </a:cubicBezTo>
                <a:lnTo>
                  <a:pt x="76621" y="3483186"/>
                </a:lnTo>
                <a:cubicBezTo>
                  <a:pt x="34304" y="3483186"/>
                  <a:pt x="0" y="3451333"/>
                  <a:pt x="0" y="3412040"/>
                </a:cubicBezTo>
                <a:lnTo>
                  <a:pt x="0" y="71146"/>
                </a:lnTo>
                <a:cubicBezTo>
                  <a:pt x="0" y="31853"/>
                  <a:pt x="34304" y="0"/>
                  <a:pt x="7662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Headline2">
            <a:extLst>
              <a:ext uri="{FF2B5EF4-FFF2-40B4-BE49-F238E27FC236}">
                <a16:creationId xmlns:a16="http://schemas.microsoft.com/office/drawing/2014/main" id="{49D7B386-10A3-D73A-969D-DE3207160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4900" y="1849438"/>
            <a:ext cx="5646733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12E7BB4-5589-89C7-B3F9-0E03670027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800" y="2085974"/>
            <a:ext cx="5646838" cy="3481837"/>
          </a:xfrm>
          <a:custGeom>
            <a:avLst/>
            <a:gdLst>
              <a:gd name="connsiteX0" fmla="*/ 76637 w 5652000"/>
              <a:gd name="connsiteY0" fmla="*/ 0 h 3481837"/>
              <a:gd name="connsiteX1" fmla="*/ 5575363 w 5652000"/>
              <a:gd name="connsiteY1" fmla="*/ 0 h 3481837"/>
              <a:gd name="connsiteX2" fmla="*/ 5652000 w 5652000"/>
              <a:gd name="connsiteY2" fmla="*/ 71118 h 3481837"/>
              <a:gd name="connsiteX3" fmla="*/ 5652000 w 5652000"/>
              <a:gd name="connsiteY3" fmla="*/ 3410718 h 3481837"/>
              <a:gd name="connsiteX4" fmla="*/ 5575363 w 5652000"/>
              <a:gd name="connsiteY4" fmla="*/ 3481837 h 3481837"/>
              <a:gd name="connsiteX5" fmla="*/ 76637 w 5652000"/>
              <a:gd name="connsiteY5" fmla="*/ 3481837 h 3481837"/>
              <a:gd name="connsiteX6" fmla="*/ 0 w 5652000"/>
              <a:gd name="connsiteY6" fmla="*/ 3410718 h 3481837"/>
              <a:gd name="connsiteX7" fmla="*/ 0 w 5652000"/>
              <a:gd name="connsiteY7" fmla="*/ 71118 h 3481837"/>
              <a:gd name="connsiteX8" fmla="*/ 76637 w 5652000"/>
              <a:gd name="connsiteY8" fmla="*/ 0 h 348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2000" h="3481837">
                <a:moveTo>
                  <a:pt x="76637" y="0"/>
                </a:moveTo>
                <a:lnTo>
                  <a:pt x="5575363" y="0"/>
                </a:lnTo>
                <a:cubicBezTo>
                  <a:pt x="5617689" y="0"/>
                  <a:pt x="5652000" y="31841"/>
                  <a:pt x="5652000" y="71118"/>
                </a:cubicBezTo>
                <a:lnTo>
                  <a:pt x="5652000" y="3410718"/>
                </a:lnTo>
                <a:cubicBezTo>
                  <a:pt x="5652000" y="3449996"/>
                  <a:pt x="5617689" y="3481837"/>
                  <a:pt x="5575363" y="3481837"/>
                </a:cubicBezTo>
                <a:lnTo>
                  <a:pt x="76637" y="3481837"/>
                </a:lnTo>
                <a:cubicBezTo>
                  <a:pt x="34312" y="3481837"/>
                  <a:pt x="0" y="3449996"/>
                  <a:pt x="0" y="3410718"/>
                </a:cubicBezTo>
                <a:lnTo>
                  <a:pt x="0" y="71118"/>
                </a:lnTo>
                <a:cubicBezTo>
                  <a:pt x="0" y="31841"/>
                  <a:pt x="34312" y="0"/>
                  <a:pt x="76637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64312-10C2-6A35-C6CC-D2E9D42B43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3635" y="6345238"/>
            <a:ext cx="8304904" cy="256107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92910-F0A7-A0FC-2F4D-AF429FB6CB6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45F7A-60CC-7FD3-E645-4D3DAD95102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0037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ext w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358775"/>
            <a:ext cx="11471632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681037"/>
            <a:ext cx="11471633" cy="96520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Headline1">
            <a:extLst>
              <a:ext uri="{FF2B5EF4-FFF2-40B4-BE49-F238E27FC236}">
                <a16:creationId xmlns:a16="http://schemas.microsoft.com/office/drawing/2014/main" id="{3F90581D-2D97-73B2-CE8B-0227AEF818C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774" y="1849438"/>
            <a:ext cx="3704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738DE-62BD-C788-1145-9045E5D4D3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2085973"/>
            <a:ext cx="3704400" cy="3481837"/>
          </a:xfrm>
          <a:custGeom>
            <a:avLst/>
            <a:gdLst>
              <a:gd name="connsiteX0" fmla="*/ 76643 w 3704400"/>
              <a:gd name="connsiteY0" fmla="*/ 0 h 3481837"/>
              <a:gd name="connsiteX1" fmla="*/ 3627757 w 3704400"/>
              <a:gd name="connsiteY1" fmla="*/ 0 h 3481837"/>
              <a:gd name="connsiteX2" fmla="*/ 3704400 w 3704400"/>
              <a:gd name="connsiteY2" fmla="*/ 71118 h 3481837"/>
              <a:gd name="connsiteX3" fmla="*/ 3704400 w 3704400"/>
              <a:gd name="connsiteY3" fmla="*/ 3410718 h 3481837"/>
              <a:gd name="connsiteX4" fmla="*/ 3627757 w 3704400"/>
              <a:gd name="connsiteY4" fmla="*/ 3481837 h 3481837"/>
              <a:gd name="connsiteX5" fmla="*/ 76643 w 3704400"/>
              <a:gd name="connsiteY5" fmla="*/ 3481837 h 3481837"/>
              <a:gd name="connsiteX6" fmla="*/ 0 w 3704400"/>
              <a:gd name="connsiteY6" fmla="*/ 3410718 h 3481837"/>
              <a:gd name="connsiteX7" fmla="*/ 0 w 3704400"/>
              <a:gd name="connsiteY7" fmla="*/ 71118 h 3481837"/>
              <a:gd name="connsiteX8" fmla="*/ 76643 w 3704400"/>
              <a:gd name="connsiteY8" fmla="*/ 0 h 348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4400" h="3481837">
                <a:moveTo>
                  <a:pt x="76643" y="0"/>
                </a:moveTo>
                <a:lnTo>
                  <a:pt x="3627757" y="0"/>
                </a:lnTo>
                <a:cubicBezTo>
                  <a:pt x="3670086" y="0"/>
                  <a:pt x="3704400" y="31841"/>
                  <a:pt x="3704400" y="71118"/>
                </a:cubicBezTo>
                <a:lnTo>
                  <a:pt x="3704400" y="3410718"/>
                </a:lnTo>
                <a:cubicBezTo>
                  <a:pt x="3704400" y="3449996"/>
                  <a:pt x="3670086" y="3481837"/>
                  <a:pt x="3627757" y="3481837"/>
                </a:cubicBezTo>
                <a:lnTo>
                  <a:pt x="76643" y="3481837"/>
                </a:lnTo>
                <a:cubicBezTo>
                  <a:pt x="34314" y="3481837"/>
                  <a:pt x="0" y="3449996"/>
                  <a:pt x="0" y="3410718"/>
                </a:cubicBezTo>
                <a:lnTo>
                  <a:pt x="0" y="71118"/>
                </a:lnTo>
                <a:cubicBezTo>
                  <a:pt x="0" y="31841"/>
                  <a:pt x="34314" y="0"/>
                  <a:pt x="766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Headline2">
            <a:extLst>
              <a:ext uri="{FF2B5EF4-FFF2-40B4-BE49-F238E27FC236}">
                <a16:creationId xmlns:a16="http://schemas.microsoft.com/office/drawing/2014/main" id="{6F3A68E3-A6B9-7E4B-439F-72B6607EAD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3389" y="1849438"/>
            <a:ext cx="3704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193DB9C-5D8F-BD1A-0600-0AB9F055D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3389" y="2085973"/>
            <a:ext cx="3704400" cy="3481837"/>
          </a:xfrm>
          <a:custGeom>
            <a:avLst/>
            <a:gdLst>
              <a:gd name="connsiteX0" fmla="*/ 76643 w 3704400"/>
              <a:gd name="connsiteY0" fmla="*/ 0 h 3481837"/>
              <a:gd name="connsiteX1" fmla="*/ 3627757 w 3704400"/>
              <a:gd name="connsiteY1" fmla="*/ 0 h 3481837"/>
              <a:gd name="connsiteX2" fmla="*/ 3704400 w 3704400"/>
              <a:gd name="connsiteY2" fmla="*/ 71118 h 3481837"/>
              <a:gd name="connsiteX3" fmla="*/ 3704400 w 3704400"/>
              <a:gd name="connsiteY3" fmla="*/ 3410718 h 3481837"/>
              <a:gd name="connsiteX4" fmla="*/ 3627757 w 3704400"/>
              <a:gd name="connsiteY4" fmla="*/ 3481837 h 3481837"/>
              <a:gd name="connsiteX5" fmla="*/ 76643 w 3704400"/>
              <a:gd name="connsiteY5" fmla="*/ 3481837 h 3481837"/>
              <a:gd name="connsiteX6" fmla="*/ 0 w 3704400"/>
              <a:gd name="connsiteY6" fmla="*/ 3410718 h 3481837"/>
              <a:gd name="connsiteX7" fmla="*/ 0 w 3704400"/>
              <a:gd name="connsiteY7" fmla="*/ 71118 h 3481837"/>
              <a:gd name="connsiteX8" fmla="*/ 76643 w 3704400"/>
              <a:gd name="connsiteY8" fmla="*/ 0 h 348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4400" h="3481837">
                <a:moveTo>
                  <a:pt x="76643" y="0"/>
                </a:moveTo>
                <a:lnTo>
                  <a:pt x="3627757" y="0"/>
                </a:lnTo>
                <a:cubicBezTo>
                  <a:pt x="3670086" y="0"/>
                  <a:pt x="3704400" y="31841"/>
                  <a:pt x="3704400" y="71118"/>
                </a:cubicBezTo>
                <a:lnTo>
                  <a:pt x="3704400" y="3410718"/>
                </a:lnTo>
                <a:cubicBezTo>
                  <a:pt x="3704400" y="3449996"/>
                  <a:pt x="3670086" y="3481837"/>
                  <a:pt x="3627757" y="3481837"/>
                </a:cubicBezTo>
                <a:lnTo>
                  <a:pt x="76643" y="3481837"/>
                </a:lnTo>
                <a:cubicBezTo>
                  <a:pt x="34314" y="3481837"/>
                  <a:pt x="0" y="3449996"/>
                  <a:pt x="0" y="3410718"/>
                </a:cubicBezTo>
                <a:lnTo>
                  <a:pt x="0" y="71118"/>
                </a:lnTo>
                <a:cubicBezTo>
                  <a:pt x="0" y="31841"/>
                  <a:pt x="34314" y="0"/>
                  <a:pt x="766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Headline3">
            <a:extLst>
              <a:ext uri="{FF2B5EF4-FFF2-40B4-BE49-F238E27FC236}">
                <a16:creationId xmlns:a16="http://schemas.microsoft.com/office/drawing/2014/main" id="{672B13C7-562C-2BB5-1DC8-6D6739A202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6489" y="1849438"/>
            <a:ext cx="36972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4F513A1-E6B8-5E29-6592-0B340F4D4B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34438" y="2085973"/>
            <a:ext cx="3697200" cy="3481837"/>
          </a:xfrm>
          <a:custGeom>
            <a:avLst/>
            <a:gdLst>
              <a:gd name="connsiteX0" fmla="*/ 76643 w 3704400"/>
              <a:gd name="connsiteY0" fmla="*/ 0 h 3481837"/>
              <a:gd name="connsiteX1" fmla="*/ 3627757 w 3704400"/>
              <a:gd name="connsiteY1" fmla="*/ 0 h 3481837"/>
              <a:gd name="connsiteX2" fmla="*/ 3704400 w 3704400"/>
              <a:gd name="connsiteY2" fmla="*/ 71118 h 3481837"/>
              <a:gd name="connsiteX3" fmla="*/ 3704400 w 3704400"/>
              <a:gd name="connsiteY3" fmla="*/ 3410718 h 3481837"/>
              <a:gd name="connsiteX4" fmla="*/ 3627757 w 3704400"/>
              <a:gd name="connsiteY4" fmla="*/ 3481837 h 3481837"/>
              <a:gd name="connsiteX5" fmla="*/ 76643 w 3704400"/>
              <a:gd name="connsiteY5" fmla="*/ 3481837 h 3481837"/>
              <a:gd name="connsiteX6" fmla="*/ 0 w 3704400"/>
              <a:gd name="connsiteY6" fmla="*/ 3410718 h 3481837"/>
              <a:gd name="connsiteX7" fmla="*/ 0 w 3704400"/>
              <a:gd name="connsiteY7" fmla="*/ 71118 h 3481837"/>
              <a:gd name="connsiteX8" fmla="*/ 76643 w 3704400"/>
              <a:gd name="connsiteY8" fmla="*/ 0 h 348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4400" h="3481837">
                <a:moveTo>
                  <a:pt x="76643" y="0"/>
                </a:moveTo>
                <a:lnTo>
                  <a:pt x="3627757" y="0"/>
                </a:lnTo>
                <a:cubicBezTo>
                  <a:pt x="3670086" y="0"/>
                  <a:pt x="3704400" y="31841"/>
                  <a:pt x="3704400" y="71118"/>
                </a:cubicBezTo>
                <a:lnTo>
                  <a:pt x="3704400" y="3410718"/>
                </a:lnTo>
                <a:cubicBezTo>
                  <a:pt x="3704400" y="3449996"/>
                  <a:pt x="3670086" y="3481837"/>
                  <a:pt x="3627757" y="3481837"/>
                </a:cubicBezTo>
                <a:lnTo>
                  <a:pt x="76643" y="3481837"/>
                </a:lnTo>
                <a:cubicBezTo>
                  <a:pt x="34314" y="3481837"/>
                  <a:pt x="0" y="3449996"/>
                  <a:pt x="0" y="3410718"/>
                </a:cubicBezTo>
                <a:lnTo>
                  <a:pt x="0" y="71118"/>
                </a:lnTo>
                <a:cubicBezTo>
                  <a:pt x="0" y="31841"/>
                  <a:pt x="34314" y="0"/>
                  <a:pt x="7664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69428-4BEB-ED54-B44B-82F4D85B79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3635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E647F-62DC-84DB-1BA2-D0C51F99CF3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5E1EF-A1C9-E7F2-1802-D51353A67AB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5708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w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358775"/>
            <a:ext cx="11473200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Headline1">
            <a:extLst>
              <a:ext uri="{FF2B5EF4-FFF2-40B4-BE49-F238E27FC236}">
                <a16:creationId xmlns:a16="http://schemas.microsoft.com/office/drawing/2014/main" id="{B57EA04F-2BA5-943E-8131-CE9CA9A91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8775" y="1849438"/>
            <a:ext cx="27288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83D204C-1582-0690-C4AD-01FED6ED7C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9999" y="2085973"/>
            <a:ext cx="2729208" cy="3481837"/>
          </a:xfrm>
          <a:custGeom>
            <a:avLst/>
            <a:gdLst>
              <a:gd name="connsiteX0" fmla="*/ 76609 w 2729208"/>
              <a:gd name="connsiteY0" fmla="*/ 0 h 3481837"/>
              <a:gd name="connsiteX1" fmla="*/ 2652599 w 2729208"/>
              <a:gd name="connsiteY1" fmla="*/ 0 h 3481837"/>
              <a:gd name="connsiteX2" fmla="*/ 2729208 w 2729208"/>
              <a:gd name="connsiteY2" fmla="*/ 71118 h 3481837"/>
              <a:gd name="connsiteX3" fmla="*/ 2729208 w 2729208"/>
              <a:gd name="connsiteY3" fmla="*/ 3410718 h 3481837"/>
              <a:gd name="connsiteX4" fmla="*/ 2652599 w 2729208"/>
              <a:gd name="connsiteY4" fmla="*/ 3481837 h 3481837"/>
              <a:gd name="connsiteX5" fmla="*/ 76609 w 2729208"/>
              <a:gd name="connsiteY5" fmla="*/ 3481837 h 3481837"/>
              <a:gd name="connsiteX6" fmla="*/ 0 w 2729208"/>
              <a:gd name="connsiteY6" fmla="*/ 3410718 h 3481837"/>
              <a:gd name="connsiteX7" fmla="*/ 0 w 2729208"/>
              <a:gd name="connsiteY7" fmla="*/ 71118 h 3481837"/>
              <a:gd name="connsiteX8" fmla="*/ 76609 w 2729208"/>
              <a:gd name="connsiteY8" fmla="*/ 0 h 348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9208" h="3481837">
                <a:moveTo>
                  <a:pt x="76609" y="0"/>
                </a:moveTo>
                <a:lnTo>
                  <a:pt x="2652599" y="0"/>
                </a:lnTo>
                <a:cubicBezTo>
                  <a:pt x="2694909" y="0"/>
                  <a:pt x="2729208" y="31841"/>
                  <a:pt x="2729208" y="71118"/>
                </a:cubicBezTo>
                <a:lnTo>
                  <a:pt x="2729208" y="3410718"/>
                </a:lnTo>
                <a:cubicBezTo>
                  <a:pt x="2729208" y="3449996"/>
                  <a:pt x="2694909" y="3481837"/>
                  <a:pt x="2652599" y="3481837"/>
                </a:cubicBezTo>
                <a:lnTo>
                  <a:pt x="76609" y="3481837"/>
                </a:lnTo>
                <a:cubicBezTo>
                  <a:pt x="34299" y="3481837"/>
                  <a:pt x="0" y="3449996"/>
                  <a:pt x="0" y="3410718"/>
                </a:cubicBezTo>
                <a:lnTo>
                  <a:pt x="0" y="71118"/>
                </a:lnTo>
                <a:cubicBezTo>
                  <a:pt x="0" y="31841"/>
                  <a:pt x="34299" y="0"/>
                  <a:pt x="7660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Headline2">
            <a:extLst>
              <a:ext uri="{FF2B5EF4-FFF2-40B4-BE49-F238E27FC236}">
                <a16:creationId xmlns:a16="http://schemas.microsoft.com/office/drawing/2014/main" id="{0ADF17C4-9906-1AC8-C381-D8CD4D27D0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72400" y="1849438"/>
            <a:ext cx="27288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8F8F5A0-E4AB-984F-28C1-3277DF33AA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2399" y="2085973"/>
            <a:ext cx="2729208" cy="3481837"/>
          </a:xfrm>
          <a:custGeom>
            <a:avLst/>
            <a:gdLst>
              <a:gd name="connsiteX0" fmla="*/ 76609 w 2729208"/>
              <a:gd name="connsiteY0" fmla="*/ 0 h 3481837"/>
              <a:gd name="connsiteX1" fmla="*/ 2652599 w 2729208"/>
              <a:gd name="connsiteY1" fmla="*/ 0 h 3481837"/>
              <a:gd name="connsiteX2" fmla="*/ 2729208 w 2729208"/>
              <a:gd name="connsiteY2" fmla="*/ 71118 h 3481837"/>
              <a:gd name="connsiteX3" fmla="*/ 2729208 w 2729208"/>
              <a:gd name="connsiteY3" fmla="*/ 3410718 h 3481837"/>
              <a:gd name="connsiteX4" fmla="*/ 2652599 w 2729208"/>
              <a:gd name="connsiteY4" fmla="*/ 3481837 h 3481837"/>
              <a:gd name="connsiteX5" fmla="*/ 76609 w 2729208"/>
              <a:gd name="connsiteY5" fmla="*/ 3481837 h 3481837"/>
              <a:gd name="connsiteX6" fmla="*/ 0 w 2729208"/>
              <a:gd name="connsiteY6" fmla="*/ 3410718 h 3481837"/>
              <a:gd name="connsiteX7" fmla="*/ 0 w 2729208"/>
              <a:gd name="connsiteY7" fmla="*/ 71118 h 3481837"/>
              <a:gd name="connsiteX8" fmla="*/ 76609 w 2729208"/>
              <a:gd name="connsiteY8" fmla="*/ 0 h 348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9208" h="3481837">
                <a:moveTo>
                  <a:pt x="76609" y="0"/>
                </a:moveTo>
                <a:lnTo>
                  <a:pt x="2652599" y="0"/>
                </a:lnTo>
                <a:cubicBezTo>
                  <a:pt x="2694909" y="0"/>
                  <a:pt x="2729208" y="31841"/>
                  <a:pt x="2729208" y="71118"/>
                </a:cubicBezTo>
                <a:lnTo>
                  <a:pt x="2729208" y="3410718"/>
                </a:lnTo>
                <a:cubicBezTo>
                  <a:pt x="2729208" y="3449996"/>
                  <a:pt x="2694909" y="3481837"/>
                  <a:pt x="2652599" y="3481837"/>
                </a:cubicBezTo>
                <a:lnTo>
                  <a:pt x="76609" y="3481837"/>
                </a:lnTo>
                <a:cubicBezTo>
                  <a:pt x="34299" y="3481837"/>
                  <a:pt x="0" y="3449996"/>
                  <a:pt x="0" y="3410718"/>
                </a:cubicBezTo>
                <a:lnTo>
                  <a:pt x="0" y="71118"/>
                </a:lnTo>
                <a:cubicBezTo>
                  <a:pt x="0" y="31841"/>
                  <a:pt x="34299" y="0"/>
                  <a:pt x="7660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eadline3">
            <a:extLst>
              <a:ext uri="{FF2B5EF4-FFF2-40B4-BE49-F238E27FC236}">
                <a16:creationId xmlns:a16="http://schemas.microsoft.com/office/drawing/2014/main" id="{9C3BDB40-C556-BC43-BB81-ED3FF8C03A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4800" y="1849438"/>
            <a:ext cx="27288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836CF65-B3A2-F5EB-544B-0E39753E51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799" y="2085973"/>
            <a:ext cx="2729208" cy="3481837"/>
          </a:xfrm>
          <a:custGeom>
            <a:avLst/>
            <a:gdLst>
              <a:gd name="connsiteX0" fmla="*/ 76609 w 2729208"/>
              <a:gd name="connsiteY0" fmla="*/ 0 h 3481837"/>
              <a:gd name="connsiteX1" fmla="*/ 2652599 w 2729208"/>
              <a:gd name="connsiteY1" fmla="*/ 0 h 3481837"/>
              <a:gd name="connsiteX2" fmla="*/ 2729208 w 2729208"/>
              <a:gd name="connsiteY2" fmla="*/ 71118 h 3481837"/>
              <a:gd name="connsiteX3" fmla="*/ 2729208 w 2729208"/>
              <a:gd name="connsiteY3" fmla="*/ 3410718 h 3481837"/>
              <a:gd name="connsiteX4" fmla="*/ 2652599 w 2729208"/>
              <a:gd name="connsiteY4" fmla="*/ 3481837 h 3481837"/>
              <a:gd name="connsiteX5" fmla="*/ 76609 w 2729208"/>
              <a:gd name="connsiteY5" fmla="*/ 3481837 h 3481837"/>
              <a:gd name="connsiteX6" fmla="*/ 0 w 2729208"/>
              <a:gd name="connsiteY6" fmla="*/ 3410718 h 3481837"/>
              <a:gd name="connsiteX7" fmla="*/ 0 w 2729208"/>
              <a:gd name="connsiteY7" fmla="*/ 71118 h 3481837"/>
              <a:gd name="connsiteX8" fmla="*/ 76609 w 2729208"/>
              <a:gd name="connsiteY8" fmla="*/ 0 h 348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9208" h="3481837">
                <a:moveTo>
                  <a:pt x="76609" y="0"/>
                </a:moveTo>
                <a:lnTo>
                  <a:pt x="2652599" y="0"/>
                </a:lnTo>
                <a:cubicBezTo>
                  <a:pt x="2694909" y="0"/>
                  <a:pt x="2729208" y="31841"/>
                  <a:pt x="2729208" y="71118"/>
                </a:cubicBezTo>
                <a:lnTo>
                  <a:pt x="2729208" y="3410718"/>
                </a:lnTo>
                <a:cubicBezTo>
                  <a:pt x="2729208" y="3449996"/>
                  <a:pt x="2694909" y="3481837"/>
                  <a:pt x="2652599" y="3481837"/>
                </a:cubicBezTo>
                <a:lnTo>
                  <a:pt x="76609" y="3481837"/>
                </a:lnTo>
                <a:cubicBezTo>
                  <a:pt x="34299" y="3481837"/>
                  <a:pt x="0" y="3449996"/>
                  <a:pt x="0" y="3410718"/>
                </a:cubicBezTo>
                <a:lnTo>
                  <a:pt x="0" y="71118"/>
                </a:lnTo>
                <a:cubicBezTo>
                  <a:pt x="0" y="31841"/>
                  <a:pt x="34299" y="0"/>
                  <a:pt x="7660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Headline4">
            <a:extLst>
              <a:ext uri="{FF2B5EF4-FFF2-40B4-BE49-F238E27FC236}">
                <a16:creationId xmlns:a16="http://schemas.microsoft.com/office/drawing/2014/main" id="{73A169BE-27AE-0028-BC12-7B0DB3D477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07214" y="1849438"/>
            <a:ext cx="27252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4907A1C-BF64-29A4-2FC3-C9C162EC8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08000" y="2085973"/>
            <a:ext cx="2723638" cy="3481837"/>
          </a:xfrm>
          <a:custGeom>
            <a:avLst/>
            <a:gdLst>
              <a:gd name="connsiteX0" fmla="*/ 76609 w 2729208"/>
              <a:gd name="connsiteY0" fmla="*/ 0 h 3481837"/>
              <a:gd name="connsiteX1" fmla="*/ 2652599 w 2729208"/>
              <a:gd name="connsiteY1" fmla="*/ 0 h 3481837"/>
              <a:gd name="connsiteX2" fmla="*/ 2729208 w 2729208"/>
              <a:gd name="connsiteY2" fmla="*/ 71118 h 3481837"/>
              <a:gd name="connsiteX3" fmla="*/ 2729208 w 2729208"/>
              <a:gd name="connsiteY3" fmla="*/ 3410718 h 3481837"/>
              <a:gd name="connsiteX4" fmla="*/ 2652599 w 2729208"/>
              <a:gd name="connsiteY4" fmla="*/ 3481837 h 3481837"/>
              <a:gd name="connsiteX5" fmla="*/ 76609 w 2729208"/>
              <a:gd name="connsiteY5" fmla="*/ 3481837 h 3481837"/>
              <a:gd name="connsiteX6" fmla="*/ 0 w 2729208"/>
              <a:gd name="connsiteY6" fmla="*/ 3410718 h 3481837"/>
              <a:gd name="connsiteX7" fmla="*/ 0 w 2729208"/>
              <a:gd name="connsiteY7" fmla="*/ 71118 h 3481837"/>
              <a:gd name="connsiteX8" fmla="*/ 76609 w 2729208"/>
              <a:gd name="connsiteY8" fmla="*/ 0 h 348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9208" h="3481837">
                <a:moveTo>
                  <a:pt x="76609" y="0"/>
                </a:moveTo>
                <a:lnTo>
                  <a:pt x="2652599" y="0"/>
                </a:lnTo>
                <a:cubicBezTo>
                  <a:pt x="2694909" y="0"/>
                  <a:pt x="2729208" y="31841"/>
                  <a:pt x="2729208" y="71118"/>
                </a:cubicBezTo>
                <a:lnTo>
                  <a:pt x="2729208" y="3410718"/>
                </a:lnTo>
                <a:cubicBezTo>
                  <a:pt x="2729208" y="3449996"/>
                  <a:pt x="2694909" y="3481837"/>
                  <a:pt x="2652599" y="3481837"/>
                </a:cubicBezTo>
                <a:lnTo>
                  <a:pt x="76609" y="3481837"/>
                </a:lnTo>
                <a:cubicBezTo>
                  <a:pt x="34299" y="3481837"/>
                  <a:pt x="0" y="3449996"/>
                  <a:pt x="0" y="3410718"/>
                </a:cubicBezTo>
                <a:lnTo>
                  <a:pt x="0" y="71118"/>
                </a:lnTo>
                <a:cubicBezTo>
                  <a:pt x="0" y="31841"/>
                  <a:pt x="34299" y="0"/>
                  <a:pt x="7660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F15C02-A86B-5DE0-71C8-F3E9AC82E7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3635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04BBED-79FA-9266-CE02-E86334DC731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716CA-EFC2-44BF-B878-44AC04BBAD6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3569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w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358775"/>
            <a:ext cx="11473200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FC7F629B-18C2-932D-E04D-A14363AC00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7" name="Headline1">
            <a:extLst>
              <a:ext uri="{FF2B5EF4-FFF2-40B4-BE49-F238E27FC236}">
                <a16:creationId xmlns:a16="http://schemas.microsoft.com/office/drawing/2014/main" id="{E748C895-A90F-84E7-A334-70FC38128F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774" y="1849438"/>
            <a:ext cx="56520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75C186-F1A6-CEB3-746F-6E227B5DD1E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9999" y="2084400"/>
            <a:ext cx="5652000" cy="1885781"/>
          </a:xfrm>
          <a:custGeom>
            <a:avLst/>
            <a:gdLst>
              <a:gd name="connsiteX0" fmla="*/ 80278 w 5652000"/>
              <a:gd name="connsiteY0" fmla="*/ 0 h 1885781"/>
              <a:gd name="connsiteX1" fmla="*/ 5571722 w 5652000"/>
              <a:gd name="connsiteY1" fmla="*/ 0 h 1885781"/>
              <a:gd name="connsiteX2" fmla="*/ 5652000 w 5652000"/>
              <a:gd name="connsiteY2" fmla="*/ 80278 h 1885781"/>
              <a:gd name="connsiteX3" fmla="*/ 5652000 w 5652000"/>
              <a:gd name="connsiteY3" fmla="*/ 1805503 h 1885781"/>
              <a:gd name="connsiteX4" fmla="*/ 5571722 w 5652000"/>
              <a:gd name="connsiteY4" fmla="*/ 1885781 h 1885781"/>
              <a:gd name="connsiteX5" fmla="*/ 80278 w 5652000"/>
              <a:gd name="connsiteY5" fmla="*/ 1885781 h 1885781"/>
              <a:gd name="connsiteX6" fmla="*/ 0 w 5652000"/>
              <a:gd name="connsiteY6" fmla="*/ 1805503 h 1885781"/>
              <a:gd name="connsiteX7" fmla="*/ 0 w 5652000"/>
              <a:gd name="connsiteY7" fmla="*/ 80278 h 1885781"/>
              <a:gd name="connsiteX8" fmla="*/ 80278 w 5652000"/>
              <a:gd name="connsiteY8" fmla="*/ 0 h 188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2000" h="1885781">
                <a:moveTo>
                  <a:pt x="80278" y="0"/>
                </a:moveTo>
                <a:lnTo>
                  <a:pt x="5571722" y="0"/>
                </a:lnTo>
                <a:cubicBezTo>
                  <a:pt x="5616058" y="0"/>
                  <a:pt x="5652000" y="35942"/>
                  <a:pt x="5652000" y="80278"/>
                </a:cubicBezTo>
                <a:lnTo>
                  <a:pt x="5652000" y="1805503"/>
                </a:lnTo>
                <a:cubicBezTo>
                  <a:pt x="5652000" y="1849839"/>
                  <a:pt x="5616058" y="1885781"/>
                  <a:pt x="5571722" y="1885781"/>
                </a:cubicBezTo>
                <a:lnTo>
                  <a:pt x="80278" y="1885781"/>
                </a:lnTo>
                <a:cubicBezTo>
                  <a:pt x="35942" y="1885781"/>
                  <a:pt x="0" y="1849839"/>
                  <a:pt x="0" y="1805503"/>
                </a:cubicBezTo>
                <a:lnTo>
                  <a:pt x="0" y="80278"/>
                </a:lnTo>
                <a:cubicBezTo>
                  <a:pt x="0" y="35942"/>
                  <a:pt x="35942" y="0"/>
                  <a:pt x="802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Headline2">
            <a:extLst>
              <a:ext uri="{FF2B5EF4-FFF2-40B4-BE49-F238E27FC236}">
                <a16:creationId xmlns:a16="http://schemas.microsoft.com/office/drawing/2014/main" id="{63D24AEC-CA59-1652-C8BF-0DCFB4FDE1E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4800" y="1849438"/>
            <a:ext cx="5648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72B39-8BFF-029D-5814-8748C760E8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4799" y="2085973"/>
            <a:ext cx="5646839" cy="1885781"/>
          </a:xfrm>
          <a:custGeom>
            <a:avLst/>
            <a:gdLst>
              <a:gd name="connsiteX0" fmla="*/ 80278 w 5652000"/>
              <a:gd name="connsiteY0" fmla="*/ 0 h 1885781"/>
              <a:gd name="connsiteX1" fmla="*/ 5571722 w 5652000"/>
              <a:gd name="connsiteY1" fmla="*/ 0 h 1885781"/>
              <a:gd name="connsiteX2" fmla="*/ 5652000 w 5652000"/>
              <a:gd name="connsiteY2" fmla="*/ 80278 h 1885781"/>
              <a:gd name="connsiteX3" fmla="*/ 5652000 w 5652000"/>
              <a:gd name="connsiteY3" fmla="*/ 1805503 h 1885781"/>
              <a:gd name="connsiteX4" fmla="*/ 5571722 w 5652000"/>
              <a:gd name="connsiteY4" fmla="*/ 1885781 h 1885781"/>
              <a:gd name="connsiteX5" fmla="*/ 80278 w 5652000"/>
              <a:gd name="connsiteY5" fmla="*/ 1885781 h 1885781"/>
              <a:gd name="connsiteX6" fmla="*/ 0 w 5652000"/>
              <a:gd name="connsiteY6" fmla="*/ 1805503 h 1885781"/>
              <a:gd name="connsiteX7" fmla="*/ 0 w 5652000"/>
              <a:gd name="connsiteY7" fmla="*/ 80278 h 1885781"/>
              <a:gd name="connsiteX8" fmla="*/ 80278 w 5652000"/>
              <a:gd name="connsiteY8" fmla="*/ 0 h 188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2000" h="1885781">
                <a:moveTo>
                  <a:pt x="80278" y="0"/>
                </a:moveTo>
                <a:lnTo>
                  <a:pt x="5571722" y="0"/>
                </a:lnTo>
                <a:cubicBezTo>
                  <a:pt x="5616058" y="0"/>
                  <a:pt x="5652000" y="35942"/>
                  <a:pt x="5652000" y="80278"/>
                </a:cubicBezTo>
                <a:lnTo>
                  <a:pt x="5652000" y="1805503"/>
                </a:lnTo>
                <a:cubicBezTo>
                  <a:pt x="5652000" y="1849839"/>
                  <a:pt x="5616058" y="1885781"/>
                  <a:pt x="5571722" y="1885781"/>
                </a:cubicBezTo>
                <a:lnTo>
                  <a:pt x="80278" y="1885781"/>
                </a:lnTo>
                <a:cubicBezTo>
                  <a:pt x="35942" y="1885781"/>
                  <a:pt x="0" y="1849839"/>
                  <a:pt x="0" y="1805503"/>
                </a:cubicBezTo>
                <a:lnTo>
                  <a:pt x="0" y="80278"/>
                </a:lnTo>
                <a:cubicBezTo>
                  <a:pt x="0" y="35942"/>
                  <a:pt x="35942" y="0"/>
                  <a:pt x="802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Headline3">
            <a:extLst>
              <a:ext uri="{FF2B5EF4-FFF2-40B4-BE49-F238E27FC236}">
                <a16:creationId xmlns:a16="http://schemas.microsoft.com/office/drawing/2014/main" id="{AFA557E9-8FA0-C983-329D-3FF0924A43D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0000" y="4094057"/>
            <a:ext cx="56520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FE7F5E-5116-534D-603E-5D67CB726DE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9999" y="4332792"/>
            <a:ext cx="5652000" cy="1831471"/>
          </a:xfrm>
          <a:custGeom>
            <a:avLst/>
            <a:gdLst>
              <a:gd name="connsiteX0" fmla="*/ 80278 w 5652000"/>
              <a:gd name="connsiteY0" fmla="*/ 0 h 1885781"/>
              <a:gd name="connsiteX1" fmla="*/ 5571722 w 5652000"/>
              <a:gd name="connsiteY1" fmla="*/ 0 h 1885781"/>
              <a:gd name="connsiteX2" fmla="*/ 5652000 w 5652000"/>
              <a:gd name="connsiteY2" fmla="*/ 80278 h 1885781"/>
              <a:gd name="connsiteX3" fmla="*/ 5652000 w 5652000"/>
              <a:gd name="connsiteY3" fmla="*/ 1805503 h 1885781"/>
              <a:gd name="connsiteX4" fmla="*/ 5571722 w 5652000"/>
              <a:gd name="connsiteY4" fmla="*/ 1885781 h 1885781"/>
              <a:gd name="connsiteX5" fmla="*/ 80278 w 5652000"/>
              <a:gd name="connsiteY5" fmla="*/ 1885781 h 1885781"/>
              <a:gd name="connsiteX6" fmla="*/ 0 w 5652000"/>
              <a:gd name="connsiteY6" fmla="*/ 1805503 h 1885781"/>
              <a:gd name="connsiteX7" fmla="*/ 0 w 5652000"/>
              <a:gd name="connsiteY7" fmla="*/ 80278 h 1885781"/>
              <a:gd name="connsiteX8" fmla="*/ 80278 w 5652000"/>
              <a:gd name="connsiteY8" fmla="*/ 0 h 188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2000" h="1885781">
                <a:moveTo>
                  <a:pt x="80278" y="0"/>
                </a:moveTo>
                <a:lnTo>
                  <a:pt x="5571722" y="0"/>
                </a:lnTo>
                <a:cubicBezTo>
                  <a:pt x="5616058" y="0"/>
                  <a:pt x="5652000" y="35942"/>
                  <a:pt x="5652000" y="80278"/>
                </a:cubicBezTo>
                <a:lnTo>
                  <a:pt x="5652000" y="1805503"/>
                </a:lnTo>
                <a:cubicBezTo>
                  <a:pt x="5652000" y="1849839"/>
                  <a:pt x="5616058" y="1885781"/>
                  <a:pt x="5571722" y="1885781"/>
                </a:cubicBezTo>
                <a:lnTo>
                  <a:pt x="80278" y="1885781"/>
                </a:lnTo>
                <a:cubicBezTo>
                  <a:pt x="35942" y="1885781"/>
                  <a:pt x="0" y="1849839"/>
                  <a:pt x="0" y="1805503"/>
                </a:cubicBezTo>
                <a:lnTo>
                  <a:pt x="0" y="80278"/>
                </a:lnTo>
                <a:cubicBezTo>
                  <a:pt x="0" y="35942"/>
                  <a:pt x="35942" y="0"/>
                  <a:pt x="802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Headline4">
            <a:extLst>
              <a:ext uri="{FF2B5EF4-FFF2-40B4-BE49-F238E27FC236}">
                <a16:creationId xmlns:a16="http://schemas.microsoft.com/office/drawing/2014/main" id="{263A4DD4-041F-6F23-19FF-1A123D086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84800" y="4094057"/>
            <a:ext cx="5648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300D41-820C-33E2-DC31-0AAC9A7E3C1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84799" y="4332792"/>
            <a:ext cx="5648400" cy="1831471"/>
          </a:xfrm>
          <a:custGeom>
            <a:avLst/>
            <a:gdLst>
              <a:gd name="connsiteX0" fmla="*/ 80278 w 5652000"/>
              <a:gd name="connsiteY0" fmla="*/ 0 h 1885781"/>
              <a:gd name="connsiteX1" fmla="*/ 5571722 w 5652000"/>
              <a:gd name="connsiteY1" fmla="*/ 0 h 1885781"/>
              <a:gd name="connsiteX2" fmla="*/ 5652000 w 5652000"/>
              <a:gd name="connsiteY2" fmla="*/ 80278 h 1885781"/>
              <a:gd name="connsiteX3" fmla="*/ 5652000 w 5652000"/>
              <a:gd name="connsiteY3" fmla="*/ 1805503 h 1885781"/>
              <a:gd name="connsiteX4" fmla="*/ 5571722 w 5652000"/>
              <a:gd name="connsiteY4" fmla="*/ 1885781 h 1885781"/>
              <a:gd name="connsiteX5" fmla="*/ 80278 w 5652000"/>
              <a:gd name="connsiteY5" fmla="*/ 1885781 h 1885781"/>
              <a:gd name="connsiteX6" fmla="*/ 0 w 5652000"/>
              <a:gd name="connsiteY6" fmla="*/ 1805503 h 1885781"/>
              <a:gd name="connsiteX7" fmla="*/ 0 w 5652000"/>
              <a:gd name="connsiteY7" fmla="*/ 80278 h 1885781"/>
              <a:gd name="connsiteX8" fmla="*/ 80278 w 5652000"/>
              <a:gd name="connsiteY8" fmla="*/ 0 h 188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2000" h="1885781">
                <a:moveTo>
                  <a:pt x="80278" y="0"/>
                </a:moveTo>
                <a:lnTo>
                  <a:pt x="5571722" y="0"/>
                </a:lnTo>
                <a:cubicBezTo>
                  <a:pt x="5616058" y="0"/>
                  <a:pt x="5652000" y="35942"/>
                  <a:pt x="5652000" y="80278"/>
                </a:cubicBezTo>
                <a:lnTo>
                  <a:pt x="5652000" y="1805503"/>
                </a:lnTo>
                <a:cubicBezTo>
                  <a:pt x="5652000" y="1849839"/>
                  <a:pt x="5616058" y="1885781"/>
                  <a:pt x="5571722" y="1885781"/>
                </a:cubicBezTo>
                <a:lnTo>
                  <a:pt x="80278" y="1885781"/>
                </a:lnTo>
                <a:cubicBezTo>
                  <a:pt x="35942" y="1885781"/>
                  <a:pt x="0" y="1849839"/>
                  <a:pt x="0" y="1805503"/>
                </a:cubicBezTo>
                <a:lnTo>
                  <a:pt x="0" y="80278"/>
                </a:lnTo>
                <a:cubicBezTo>
                  <a:pt x="0" y="35942"/>
                  <a:pt x="35942" y="0"/>
                  <a:pt x="802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144000" rIns="180000" bIns="180000">
            <a:noAutofit/>
          </a:bodyPr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426DBEA-F14E-FEFB-CBA1-976C75861E17}"/>
              </a:ext>
            </a:extLst>
          </p:cNvPr>
          <p:cNvSpPr>
            <a:spLocks noGrp="1"/>
          </p:cNvSpPr>
          <p:nvPr>
            <p:ph type="subTitle" idx="24" hasCustomPrompt="1"/>
          </p:nvPr>
        </p:nvSpPr>
        <p:spPr>
          <a:xfrm>
            <a:off x="1583634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87B22-0FA4-7608-EBB3-781AA81BB89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CBD02-61DA-87F1-79EE-88861B6B1B8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9949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286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Headline1">
            <a:extLst>
              <a:ext uri="{FF2B5EF4-FFF2-40B4-BE49-F238E27FC236}">
                <a16:creationId xmlns:a16="http://schemas.microsoft.com/office/drawing/2014/main" id="{3FBB1F45-C757-37AC-4BFD-7785144EAF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774" y="1849438"/>
            <a:ext cx="56520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8774" y="2085975"/>
            <a:ext cx="5652000" cy="34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Headline2">
            <a:extLst>
              <a:ext uri="{FF2B5EF4-FFF2-40B4-BE49-F238E27FC236}">
                <a16:creationId xmlns:a16="http://schemas.microsoft.com/office/drawing/2014/main" id="{ACC2A165-A1EC-8211-814F-4C707D5743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4800" y="1849438"/>
            <a:ext cx="5648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50B94-36D3-E6DD-92DA-6468FDF75EA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800" y="2085975"/>
            <a:ext cx="5648400" cy="34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F9DBBE-0DEA-DD38-48CE-2AF13775CE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49E6DA-155B-125C-13EE-6253D417DF4C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583635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7EDF2-5499-14BA-40A0-23ED07E8B31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944725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286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Headline1">
            <a:extLst>
              <a:ext uri="{FF2B5EF4-FFF2-40B4-BE49-F238E27FC236}">
                <a16:creationId xmlns:a16="http://schemas.microsoft.com/office/drawing/2014/main" id="{019093CD-DF99-5D27-EBC2-5422FA1622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774" y="1849438"/>
            <a:ext cx="3704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8775" y="2085975"/>
            <a:ext cx="3703633" cy="3481200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Headline2">
            <a:extLst>
              <a:ext uri="{FF2B5EF4-FFF2-40B4-BE49-F238E27FC236}">
                <a16:creationId xmlns:a16="http://schemas.microsoft.com/office/drawing/2014/main" id="{96B9D74F-235C-9359-BB77-7F80D0EC4E5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4400" y="1849438"/>
            <a:ext cx="3704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50B94-36D3-E6DD-92DA-6468FDF75EA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44400" y="2085975"/>
            <a:ext cx="3703637" cy="3481200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Headline3">
            <a:extLst>
              <a:ext uri="{FF2B5EF4-FFF2-40B4-BE49-F238E27FC236}">
                <a16:creationId xmlns:a16="http://schemas.microsoft.com/office/drawing/2014/main" id="{66CC8569-858E-D088-1C23-1186365871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6000" y="1849438"/>
            <a:ext cx="3696398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980084D-0171-6625-4B93-6267BA467C2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36000" y="2085975"/>
            <a:ext cx="3695633" cy="3481200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25F52A-688A-4E0B-3C62-BE39EAAB19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EFAFAB0-CA7F-FA80-2952-CA13859DDE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1583635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9C58C-3913-09BB-E8A4-F31500C317B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1367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286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Headline1">
            <a:extLst>
              <a:ext uri="{FF2B5EF4-FFF2-40B4-BE49-F238E27FC236}">
                <a16:creationId xmlns:a16="http://schemas.microsoft.com/office/drawing/2014/main" id="{487F38A8-BD32-A0B5-6E2C-F5C33D66AFD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8775" y="1849438"/>
            <a:ext cx="2732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8775" y="2085974"/>
            <a:ext cx="2732400" cy="3481200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Headline2">
            <a:extLst>
              <a:ext uri="{FF2B5EF4-FFF2-40B4-BE49-F238E27FC236}">
                <a16:creationId xmlns:a16="http://schemas.microsoft.com/office/drawing/2014/main" id="{C358AFD6-1B73-1F02-ABB7-3D6EE94565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72400" y="1849438"/>
            <a:ext cx="2732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50B94-36D3-E6DD-92DA-6468FDF75EA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72400" y="2085974"/>
            <a:ext cx="2732400" cy="3481200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Headline3">
            <a:extLst>
              <a:ext uri="{FF2B5EF4-FFF2-40B4-BE49-F238E27FC236}">
                <a16:creationId xmlns:a16="http://schemas.microsoft.com/office/drawing/2014/main" id="{B50F953E-C416-FFF0-B629-A9E804C82E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4800" y="1849438"/>
            <a:ext cx="2732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980084D-0171-6625-4B93-6267BA467C2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4800" y="2085974"/>
            <a:ext cx="2732400" cy="3481200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Headline4">
            <a:extLst>
              <a:ext uri="{FF2B5EF4-FFF2-40B4-BE49-F238E27FC236}">
                <a16:creationId xmlns:a16="http://schemas.microsoft.com/office/drawing/2014/main" id="{3F8D456B-F6A7-A870-9094-07A900A20B8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08000" y="1849438"/>
            <a:ext cx="27252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86712BF-B598-5CD0-5078-1EB8D1252C8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108000" y="2085974"/>
            <a:ext cx="2725200" cy="3481200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7C69658-83BD-641E-F8EB-618142E0488A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583635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369F6E-89D8-2BE6-3566-34D2230A955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61752-BF3C-F4AC-90CE-94401489048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867123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pter tra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358775"/>
            <a:ext cx="11472864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F9DBBE-0DEA-DD38-48CE-2AF13775CE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A49E6DA-155B-125C-13EE-6253D417DF4C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583635" y="6346800"/>
            <a:ext cx="8304903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D98B35-BD4A-4816-200E-BD0D7E9F9D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123960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50/50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6" y="358775"/>
            <a:ext cx="5340074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681037"/>
            <a:ext cx="5339086" cy="96520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8776" y="1849438"/>
            <a:ext cx="5340244" cy="3722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A227A11-E028-A061-9A55-84C04D9903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8000"/>
            <a:ext cx="6096000" cy="6894000"/>
          </a:xfrm>
          <a:solidFill>
            <a:srgbClr val="D9D9D9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354D9-FF60-0E48-2C56-87562A590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7B05C83-6EDD-27EA-D5E8-8E02AEF6853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1583635" y="6346800"/>
            <a:ext cx="3450328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47350-4A14-F477-BB7D-255504E6AE8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6561" y="6457346"/>
            <a:ext cx="900000" cy="144000"/>
          </a:xfrm>
        </p:spPr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522860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50/50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4800" y="358775"/>
            <a:ext cx="5646557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4800" y="681037"/>
            <a:ext cx="5648400" cy="96520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FE8AC2C9-F93E-B663-4A0A-E12C93EF19B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8000"/>
            <a:ext cx="5796000" cy="6894000"/>
          </a:xfrm>
          <a:custGeom>
            <a:avLst/>
            <a:gdLst>
              <a:gd name="connsiteX0" fmla="*/ 1191539 w 5796000"/>
              <a:gd name="connsiteY0" fmla="*/ 6556402 h 6894000"/>
              <a:gd name="connsiteX1" fmla="*/ 1191539 w 5796000"/>
              <a:gd name="connsiteY1" fmla="*/ 6563581 h 6894000"/>
              <a:gd name="connsiteX2" fmla="*/ 1161180 w 5796000"/>
              <a:gd name="connsiteY2" fmla="*/ 6590866 h 6894000"/>
              <a:gd name="connsiteX3" fmla="*/ 1141896 w 5796000"/>
              <a:gd name="connsiteY3" fmla="*/ 6576095 h 6894000"/>
              <a:gd name="connsiteX4" fmla="*/ 1163641 w 5796000"/>
              <a:gd name="connsiteY4" fmla="*/ 6559069 h 6894000"/>
              <a:gd name="connsiteX5" fmla="*/ 991544 w 5796000"/>
              <a:gd name="connsiteY5" fmla="*/ 6516399 h 6894000"/>
              <a:gd name="connsiteX6" fmla="*/ 1023546 w 5796000"/>
              <a:gd name="connsiteY6" fmla="*/ 6551274 h 6894000"/>
              <a:gd name="connsiteX7" fmla="*/ 991544 w 5796000"/>
              <a:gd name="connsiteY7" fmla="*/ 6586352 h 6894000"/>
              <a:gd name="connsiteX8" fmla="*/ 958722 w 5796000"/>
              <a:gd name="connsiteY8" fmla="*/ 6551274 h 6894000"/>
              <a:gd name="connsiteX9" fmla="*/ 991544 w 5796000"/>
              <a:gd name="connsiteY9" fmla="*/ 6516399 h 6894000"/>
              <a:gd name="connsiteX10" fmla="*/ 879514 w 5796000"/>
              <a:gd name="connsiteY10" fmla="*/ 6516195 h 6894000"/>
              <a:gd name="connsiteX11" fmla="*/ 911926 w 5796000"/>
              <a:gd name="connsiteY11" fmla="*/ 6545120 h 6894000"/>
              <a:gd name="connsiteX12" fmla="*/ 846693 w 5796000"/>
              <a:gd name="connsiteY12" fmla="*/ 6545120 h 6894000"/>
              <a:gd name="connsiteX13" fmla="*/ 879514 w 5796000"/>
              <a:gd name="connsiteY13" fmla="*/ 6516195 h 6894000"/>
              <a:gd name="connsiteX14" fmla="*/ 1061499 w 5796000"/>
              <a:gd name="connsiteY14" fmla="*/ 6503475 h 6894000"/>
              <a:gd name="connsiteX15" fmla="*/ 1061499 w 5796000"/>
              <a:gd name="connsiteY15" fmla="*/ 6603379 h 6894000"/>
              <a:gd name="connsiteX16" fmla="*/ 1077909 w 5796000"/>
              <a:gd name="connsiteY16" fmla="*/ 6603379 h 6894000"/>
              <a:gd name="connsiteX17" fmla="*/ 1077909 w 5796000"/>
              <a:gd name="connsiteY17" fmla="*/ 6540401 h 6894000"/>
              <a:gd name="connsiteX18" fmla="*/ 1101913 w 5796000"/>
              <a:gd name="connsiteY18" fmla="*/ 6519682 h 6894000"/>
              <a:gd name="connsiteX19" fmla="*/ 1115656 w 5796000"/>
              <a:gd name="connsiteY19" fmla="*/ 6519682 h 6894000"/>
              <a:gd name="connsiteX20" fmla="*/ 1115656 w 5796000"/>
              <a:gd name="connsiteY20" fmla="*/ 6503475 h 6894000"/>
              <a:gd name="connsiteX21" fmla="*/ 1101707 w 5796000"/>
              <a:gd name="connsiteY21" fmla="*/ 6503475 h 6894000"/>
              <a:gd name="connsiteX22" fmla="*/ 1078526 w 5796000"/>
              <a:gd name="connsiteY22" fmla="*/ 6519271 h 6894000"/>
              <a:gd name="connsiteX23" fmla="*/ 1076679 w 5796000"/>
              <a:gd name="connsiteY23" fmla="*/ 6519271 h 6894000"/>
              <a:gd name="connsiteX24" fmla="*/ 1076679 w 5796000"/>
              <a:gd name="connsiteY24" fmla="*/ 6503475 h 6894000"/>
              <a:gd name="connsiteX25" fmla="*/ 1168565 w 5796000"/>
              <a:gd name="connsiteY25" fmla="*/ 6501423 h 6894000"/>
              <a:gd name="connsiteX26" fmla="*/ 1126715 w 5796000"/>
              <a:gd name="connsiteY26" fmla="*/ 6526246 h 6894000"/>
              <a:gd name="connsiteX27" fmla="*/ 1140870 w 5796000"/>
              <a:gd name="connsiteY27" fmla="*/ 6534247 h 6894000"/>
              <a:gd name="connsiteX28" fmla="*/ 1168769 w 5796000"/>
              <a:gd name="connsiteY28" fmla="*/ 6516195 h 6894000"/>
              <a:gd name="connsiteX29" fmla="*/ 1191539 w 5796000"/>
              <a:gd name="connsiteY29" fmla="*/ 6538760 h 6894000"/>
              <a:gd name="connsiteX30" fmla="*/ 1191539 w 5796000"/>
              <a:gd name="connsiteY30" fmla="*/ 6543068 h 6894000"/>
              <a:gd name="connsiteX31" fmla="*/ 1162411 w 5796000"/>
              <a:gd name="connsiteY31" fmla="*/ 6545735 h 6894000"/>
              <a:gd name="connsiteX32" fmla="*/ 1125280 w 5796000"/>
              <a:gd name="connsiteY32" fmla="*/ 6577121 h 6894000"/>
              <a:gd name="connsiteX33" fmla="*/ 1155846 w 5796000"/>
              <a:gd name="connsiteY33" fmla="*/ 6605636 h 6894000"/>
              <a:gd name="connsiteX34" fmla="*/ 1190718 w 5796000"/>
              <a:gd name="connsiteY34" fmla="*/ 6585122 h 6894000"/>
              <a:gd name="connsiteX35" fmla="*/ 1192156 w 5796000"/>
              <a:gd name="connsiteY35" fmla="*/ 6585122 h 6894000"/>
              <a:gd name="connsiteX36" fmla="*/ 1192156 w 5796000"/>
              <a:gd name="connsiteY36" fmla="*/ 6586148 h 6894000"/>
              <a:gd name="connsiteX37" fmla="*/ 1209387 w 5796000"/>
              <a:gd name="connsiteY37" fmla="*/ 6603379 h 6894000"/>
              <a:gd name="connsiteX38" fmla="*/ 1220055 w 5796000"/>
              <a:gd name="connsiteY38" fmla="*/ 6603379 h 6894000"/>
              <a:gd name="connsiteX39" fmla="*/ 1220055 w 5796000"/>
              <a:gd name="connsiteY39" fmla="*/ 6588198 h 6894000"/>
              <a:gd name="connsiteX40" fmla="*/ 1207952 w 5796000"/>
              <a:gd name="connsiteY40" fmla="*/ 6588198 h 6894000"/>
              <a:gd name="connsiteX41" fmla="*/ 1207952 w 5796000"/>
              <a:gd name="connsiteY41" fmla="*/ 6538554 h 6894000"/>
              <a:gd name="connsiteX42" fmla="*/ 1168565 w 5796000"/>
              <a:gd name="connsiteY42" fmla="*/ 6501423 h 6894000"/>
              <a:gd name="connsiteX43" fmla="*/ 879514 w 5796000"/>
              <a:gd name="connsiteY43" fmla="*/ 6501423 h 6894000"/>
              <a:gd name="connsiteX44" fmla="*/ 830075 w 5796000"/>
              <a:gd name="connsiteY44" fmla="*/ 6553530 h 6894000"/>
              <a:gd name="connsiteX45" fmla="*/ 880541 w 5796000"/>
              <a:gd name="connsiteY45" fmla="*/ 6605635 h 6894000"/>
              <a:gd name="connsiteX46" fmla="*/ 925877 w 5796000"/>
              <a:gd name="connsiteY46" fmla="*/ 6581840 h 6894000"/>
              <a:gd name="connsiteX47" fmla="*/ 912132 w 5796000"/>
              <a:gd name="connsiteY47" fmla="*/ 6573019 h 6894000"/>
              <a:gd name="connsiteX48" fmla="*/ 880746 w 5796000"/>
              <a:gd name="connsiteY48" fmla="*/ 6590661 h 6894000"/>
              <a:gd name="connsiteX49" fmla="*/ 846693 w 5796000"/>
              <a:gd name="connsiteY49" fmla="*/ 6558658 h 6894000"/>
              <a:gd name="connsiteX50" fmla="*/ 928133 w 5796000"/>
              <a:gd name="connsiteY50" fmla="*/ 6558658 h 6894000"/>
              <a:gd name="connsiteX51" fmla="*/ 928133 w 5796000"/>
              <a:gd name="connsiteY51" fmla="*/ 6549017 h 6894000"/>
              <a:gd name="connsiteX52" fmla="*/ 879514 w 5796000"/>
              <a:gd name="connsiteY52" fmla="*/ 6501423 h 6894000"/>
              <a:gd name="connsiteX53" fmla="*/ 988261 w 5796000"/>
              <a:gd name="connsiteY53" fmla="*/ 6501219 h 6894000"/>
              <a:gd name="connsiteX54" fmla="*/ 941900 w 5796000"/>
              <a:gd name="connsiteY54" fmla="*/ 6551274 h 6894000"/>
              <a:gd name="connsiteX55" fmla="*/ 988261 w 5796000"/>
              <a:gd name="connsiteY55" fmla="*/ 6601533 h 6894000"/>
              <a:gd name="connsiteX56" fmla="*/ 1021084 w 5796000"/>
              <a:gd name="connsiteY56" fmla="*/ 6584507 h 6894000"/>
              <a:gd name="connsiteX57" fmla="*/ 1023340 w 5796000"/>
              <a:gd name="connsiteY57" fmla="*/ 6584507 h 6894000"/>
              <a:gd name="connsiteX58" fmla="*/ 1023340 w 5796000"/>
              <a:gd name="connsiteY58" fmla="*/ 6627586 h 6894000"/>
              <a:gd name="connsiteX59" fmla="*/ 957490 w 5796000"/>
              <a:gd name="connsiteY59" fmla="*/ 6627586 h 6894000"/>
              <a:gd name="connsiteX60" fmla="*/ 957490 w 5796000"/>
              <a:gd name="connsiteY60" fmla="*/ 6642767 h 6894000"/>
              <a:gd name="connsiteX61" fmla="*/ 1006109 w 5796000"/>
              <a:gd name="connsiteY61" fmla="*/ 6642767 h 6894000"/>
              <a:gd name="connsiteX62" fmla="*/ 1039751 w 5796000"/>
              <a:gd name="connsiteY62" fmla="*/ 6607687 h 6894000"/>
              <a:gd name="connsiteX63" fmla="*/ 1039751 w 5796000"/>
              <a:gd name="connsiteY63" fmla="*/ 6503475 h 6894000"/>
              <a:gd name="connsiteX64" fmla="*/ 1023750 w 5796000"/>
              <a:gd name="connsiteY64" fmla="*/ 6503475 h 6894000"/>
              <a:gd name="connsiteX65" fmla="*/ 1023750 w 5796000"/>
              <a:gd name="connsiteY65" fmla="*/ 6518862 h 6894000"/>
              <a:gd name="connsiteX66" fmla="*/ 1021494 w 5796000"/>
              <a:gd name="connsiteY66" fmla="*/ 6518862 h 6894000"/>
              <a:gd name="connsiteX67" fmla="*/ 988261 w 5796000"/>
              <a:gd name="connsiteY67" fmla="*/ 6501219 h 6894000"/>
              <a:gd name="connsiteX68" fmla="*/ 775502 w 5796000"/>
              <a:gd name="connsiteY68" fmla="*/ 6475987 h 6894000"/>
              <a:gd name="connsiteX69" fmla="*/ 775502 w 5796000"/>
              <a:gd name="connsiteY69" fmla="*/ 6503475 h 6894000"/>
              <a:gd name="connsiteX70" fmla="*/ 757039 w 5796000"/>
              <a:gd name="connsiteY70" fmla="*/ 6503475 h 6894000"/>
              <a:gd name="connsiteX71" fmla="*/ 757039 w 5796000"/>
              <a:gd name="connsiteY71" fmla="*/ 6518656 h 6894000"/>
              <a:gd name="connsiteX72" fmla="*/ 775502 w 5796000"/>
              <a:gd name="connsiteY72" fmla="*/ 6518656 h 6894000"/>
              <a:gd name="connsiteX73" fmla="*/ 775502 w 5796000"/>
              <a:gd name="connsiteY73" fmla="*/ 6579994 h 6894000"/>
              <a:gd name="connsiteX74" fmla="*/ 798889 w 5796000"/>
              <a:gd name="connsiteY74" fmla="*/ 6603379 h 6894000"/>
              <a:gd name="connsiteX75" fmla="*/ 819812 w 5796000"/>
              <a:gd name="connsiteY75" fmla="*/ 6603379 h 6894000"/>
              <a:gd name="connsiteX76" fmla="*/ 819812 w 5796000"/>
              <a:gd name="connsiteY76" fmla="*/ 6588198 h 6894000"/>
              <a:gd name="connsiteX77" fmla="*/ 791913 w 5796000"/>
              <a:gd name="connsiteY77" fmla="*/ 6588198 h 6894000"/>
              <a:gd name="connsiteX78" fmla="*/ 791913 w 5796000"/>
              <a:gd name="connsiteY78" fmla="*/ 6518656 h 6894000"/>
              <a:gd name="connsiteX79" fmla="*/ 819812 w 5796000"/>
              <a:gd name="connsiteY79" fmla="*/ 6518656 h 6894000"/>
              <a:gd name="connsiteX80" fmla="*/ 819812 w 5796000"/>
              <a:gd name="connsiteY80" fmla="*/ 6503475 h 6894000"/>
              <a:gd name="connsiteX81" fmla="*/ 791913 w 5796000"/>
              <a:gd name="connsiteY81" fmla="*/ 6503475 h 6894000"/>
              <a:gd name="connsiteX82" fmla="*/ 791913 w 5796000"/>
              <a:gd name="connsiteY82" fmla="*/ 6475987 h 6894000"/>
              <a:gd name="connsiteX83" fmla="*/ 429972 w 5796000"/>
              <a:gd name="connsiteY83" fmla="*/ 6460090 h 6894000"/>
              <a:gd name="connsiteX84" fmla="*/ 419945 w 5796000"/>
              <a:gd name="connsiteY84" fmla="*/ 6531706 h 6894000"/>
              <a:gd name="connsiteX85" fmla="*/ 359788 w 5796000"/>
              <a:gd name="connsiteY85" fmla="*/ 6531706 h 6894000"/>
              <a:gd name="connsiteX86" fmla="*/ 359788 w 5796000"/>
              <a:gd name="connsiteY86" fmla="*/ 6603322 h 6894000"/>
              <a:gd name="connsiteX87" fmla="*/ 419945 w 5796000"/>
              <a:gd name="connsiteY87" fmla="*/ 6531706 h 6894000"/>
              <a:gd name="connsiteX88" fmla="*/ 500155 w 5796000"/>
              <a:gd name="connsiteY88" fmla="*/ 6531706 h 6894000"/>
              <a:gd name="connsiteX89" fmla="*/ 560313 w 5796000"/>
              <a:gd name="connsiteY89" fmla="*/ 6603322 h 6894000"/>
              <a:gd name="connsiteX90" fmla="*/ 560313 w 5796000"/>
              <a:gd name="connsiteY90" fmla="*/ 6531706 h 6894000"/>
              <a:gd name="connsiteX91" fmla="*/ 500155 w 5796000"/>
              <a:gd name="connsiteY91" fmla="*/ 6531706 h 6894000"/>
              <a:gd name="connsiteX92" fmla="*/ 490129 w 5796000"/>
              <a:gd name="connsiteY92" fmla="*/ 6460090 h 6894000"/>
              <a:gd name="connsiteX93" fmla="*/ 686495 w 5796000"/>
              <a:gd name="connsiteY93" fmla="*/ 6457524 h 6894000"/>
              <a:gd name="connsiteX94" fmla="*/ 633158 w 5796000"/>
              <a:gd name="connsiteY94" fmla="*/ 6496911 h 6894000"/>
              <a:gd name="connsiteX95" fmla="*/ 675008 w 5796000"/>
              <a:gd name="connsiteY95" fmla="*/ 6535273 h 6894000"/>
              <a:gd name="connsiteX96" fmla="*/ 699419 w 5796000"/>
              <a:gd name="connsiteY96" fmla="*/ 6539786 h 6894000"/>
              <a:gd name="connsiteX97" fmla="*/ 730190 w 5796000"/>
              <a:gd name="connsiteY97" fmla="*/ 6563787 h 6894000"/>
              <a:gd name="connsiteX98" fmla="*/ 691419 w 5796000"/>
              <a:gd name="connsiteY98" fmla="*/ 6589635 h 6894000"/>
              <a:gd name="connsiteX99" fmla="*/ 645467 w 5796000"/>
              <a:gd name="connsiteY99" fmla="*/ 6554351 h 6894000"/>
              <a:gd name="connsiteX100" fmla="*/ 628031 w 5796000"/>
              <a:gd name="connsiteY100" fmla="*/ 6559684 h 6894000"/>
              <a:gd name="connsiteX101" fmla="*/ 691009 w 5796000"/>
              <a:gd name="connsiteY101" fmla="*/ 6605636 h 6894000"/>
              <a:gd name="connsiteX102" fmla="*/ 747629 w 5796000"/>
              <a:gd name="connsiteY102" fmla="*/ 6563581 h 6894000"/>
              <a:gd name="connsiteX103" fmla="*/ 703111 w 5796000"/>
              <a:gd name="connsiteY103" fmla="*/ 6522759 h 6894000"/>
              <a:gd name="connsiteX104" fmla="*/ 678700 w 5796000"/>
              <a:gd name="connsiteY104" fmla="*/ 6518451 h 6894000"/>
              <a:gd name="connsiteX105" fmla="*/ 650801 w 5796000"/>
              <a:gd name="connsiteY105" fmla="*/ 6496091 h 6894000"/>
              <a:gd name="connsiteX106" fmla="*/ 686495 w 5796000"/>
              <a:gd name="connsiteY106" fmla="*/ 6473320 h 6894000"/>
              <a:gd name="connsiteX107" fmla="*/ 729166 w 5796000"/>
              <a:gd name="connsiteY107" fmla="*/ 6501423 h 6894000"/>
              <a:gd name="connsiteX108" fmla="*/ 746397 w 5796000"/>
              <a:gd name="connsiteY108" fmla="*/ 6495680 h 6894000"/>
              <a:gd name="connsiteX109" fmla="*/ 686495 w 5796000"/>
              <a:gd name="connsiteY109" fmla="*/ 6457524 h 6894000"/>
              <a:gd name="connsiteX110" fmla="*/ 0 w 5796000"/>
              <a:gd name="connsiteY110" fmla="*/ 0 h 6894000"/>
              <a:gd name="connsiteX111" fmla="*/ 5796000 w 5796000"/>
              <a:gd name="connsiteY111" fmla="*/ 0 h 6894000"/>
              <a:gd name="connsiteX112" fmla="*/ 5796000 w 5796000"/>
              <a:gd name="connsiteY112" fmla="*/ 6894000 h 6894000"/>
              <a:gd name="connsiteX113" fmla="*/ 0 w 5796000"/>
              <a:gd name="connsiteY113" fmla="*/ 6894000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5796000" h="6894000">
                <a:moveTo>
                  <a:pt x="1191539" y="6556402"/>
                </a:moveTo>
                <a:lnTo>
                  <a:pt x="1191539" y="6563581"/>
                </a:lnTo>
                <a:cubicBezTo>
                  <a:pt x="1191539" y="6582661"/>
                  <a:pt x="1174923" y="6590866"/>
                  <a:pt x="1161180" y="6590866"/>
                </a:cubicBezTo>
                <a:cubicBezTo>
                  <a:pt x="1151332" y="6590866"/>
                  <a:pt x="1141896" y="6586763"/>
                  <a:pt x="1141896" y="6576095"/>
                </a:cubicBezTo>
                <a:cubicBezTo>
                  <a:pt x="1141896" y="6566248"/>
                  <a:pt x="1150102" y="6560299"/>
                  <a:pt x="1163641" y="6559069"/>
                </a:cubicBezTo>
                <a:close/>
                <a:moveTo>
                  <a:pt x="991544" y="6516399"/>
                </a:moveTo>
                <a:cubicBezTo>
                  <a:pt x="1007750" y="6516399"/>
                  <a:pt x="1023546" y="6525836"/>
                  <a:pt x="1023546" y="6551274"/>
                </a:cubicBezTo>
                <a:cubicBezTo>
                  <a:pt x="1023546" y="6576710"/>
                  <a:pt x="1007750" y="6586352"/>
                  <a:pt x="991544" y="6586352"/>
                </a:cubicBezTo>
                <a:cubicBezTo>
                  <a:pt x="975338" y="6586352"/>
                  <a:pt x="958722" y="6576506"/>
                  <a:pt x="958722" y="6551274"/>
                </a:cubicBezTo>
                <a:cubicBezTo>
                  <a:pt x="958722" y="6526040"/>
                  <a:pt x="975338" y="6516399"/>
                  <a:pt x="991544" y="6516399"/>
                </a:cubicBezTo>
                <a:close/>
                <a:moveTo>
                  <a:pt x="879514" y="6516195"/>
                </a:moveTo>
                <a:cubicBezTo>
                  <a:pt x="896951" y="6516195"/>
                  <a:pt x="910491" y="6527681"/>
                  <a:pt x="911926" y="6545120"/>
                </a:cubicBezTo>
                <a:lnTo>
                  <a:pt x="846693" y="6545120"/>
                </a:lnTo>
                <a:cubicBezTo>
                  <a:pt x="848332" y="6527477"/>
                  <a:pt x="863309" y="6516195"/>
                  <a:pt x="879514" y="6516195"/>
                </a:cubicBezTo>
                <a:close/>
                <a:moveTo>
                  <a:pt x="1061499" y="6503475"/>
                </a:moveTo>
                <a:lnTo>
                  <a:pt x="1061499" y="6603379"/>
                </a:lnTo>
                <a:lnTo>
                  <a:pt x="1077909" y="6603379"/>
                </a:lnTo>
                <a:lnTo>
                  <a:pt x="1077909" y="6540401"/>
                </a:lnTo>
                <a:cubicBezTo>
                  <a:pt x="1077909" y="6526861"/>
                  <a:pt x="1085295" y="6519682"/>
                  <a:pt x="1101913" y="6519682"/>
                </a:cubicBezTo>
                <a:lnTo>
                  <a:pt x="1115656" y="6519682"/>
                </a:lnTo>
                <a:lnTo>
                  <a:pt x="1115656" y="6503475"/>
                </a:lnTo>
                <a:lnTo>
                  <a:pt x="1101707" y="6503475"/>
                </a:lnTo>
                <a:cubicBezTo>
                  <a:pt x="1088168" y="6503475"/>
                  <a:pt x="1081809" y="6510040"/>
                  <a:pt x="1078526" y="6519271"/>
                </a:cubicBezTo>
                <a:lnTo>
                  <a:pt x="1076679" y="6519271"/>
                </a:lnTo>
                <a:lnTo>
                  <a:pt x="1076679" y="6503475"/>
                </a:lnTo>
                <a:close/>
                <a:moveTo>
                  <a:pt x="1168565" y="6501423"/>
                </a:moveTo>
                <a:cubicBezTo>
                  <a:pt x="1148255" y="6501423"/>
                  <a:pt x="1132869" y="6511065"/>
                  <a:pt x="1126715" y="6526246"/>
                </a:cubicBezTo>
                <a:lnTo>
                  <a:pt x="1140870" y="6534247"/>
                </a:lnTo>
                <a:cubicBezTo>
                  <a:pt x="1144769" y="6523169"/>
                  <a:pt x="1154205" y="6516195"/>
                  <a:pt x="1168769" y="6516195"/>
                </a:cubicBezTo>
                <a:cubicBezTo>
                  <a:pt x="1183129" y="6516195"/>
                  <a:pt x="1191539" y="6522553"/>
                  <a:pt x="1191539" y="6538760"/>
                </a:cubicBezTo>
                <a:lnTo>
                  <a:pt x="1191539" y="6543068"/>
                </a:lnTo>
                <a:lnTo>
                  <a:pt x="1162411" y="6545735"/>
                </a:lnTo>
                <a:cubicBezTo>
                  <a:pt x="1141281" y="6547581"/>
                  <a:pt x="1125280" y="6557633"/>
                  <a:pt x="1125280" y="6577121"/>
                </a:cubicBezTo>
                <a:cubicBezTo>
                  <a:pt x="1125280" y="6593123"/>
                  <a:pt x="1136153" y="6605636"/>
                  <a:pt x="1155846" y="6605636"/>
                </a:cubicBezTo>
                <a:cubicBezTo>
                  <a:pt x="1171436" y="6605636"/>
                  <a:pt x="1184361" y="6598046"/>
                  <a:pt x="1190718" y="6585122"/>
                </a:cubicBezTo>
                <a:lnTo>
                  <a:pt x="1192156" y="6585122"/>
                </a:lnTo>
                <a:lnTo>
                  <a:pt x="1192156" y="6586148"/>
                </a:lnTo>
                <a:cubicBezTo>
                  <a:pt x="1192156" y="6597020"/>
                  <a:pt x="1198515" y="6603379"/>
                  <a:pt x="1209387" y="6603379"/>
                </a:cubicBezTo>
                <a:lnTo>
                  <a:pt x="1220055" y="6603379"/>
                </a:lnTo>
                <a:lnTo>
                  <a:pt x="1220055" y="6588198"/>
                </a:lnTo>
                <a:lnTo>
                  <a:pt x="1207952" y="6588198"/>
                </a:lnTo>
                <a:lnTo>
                  <a:pt x="1207952" y="6538554"/>
                </a:lnTo>
                <a:cubicBezTo>
                  <a:pt x="1207952" y="6514348"/>
                  <a:pt x="1192771" y="6501423"/>
                  <a:pt x="1168565" y="6501423"/>
                </a:cubicBezTo>
                <a:close/>
                <a:moveTo>
                  <a:pt x="879514" y="6501423"/>
                </a:moveTo>
                <a:cubicBezTo>
                  <a:pt x="848538" y="6501423"/>
                  <a:pt x="830075" y="6524605"/>
                  <a:pt x="830075" y="6553530"/>
                </a:cubicBezTo>
                <a:cubicBezTo>
                  <a:pt x="830075" y="6583070"/>
                  <a:pt x="850385" y="6605635"/>
                  <a:pt x="880541" y="6605635"/>
                </a:cubicBezTo>
                <a:cubicBezTo>
                  <a:pt x="901054" y="6605635"/>
                  <a:pt x="917465" y="6594969"/>
                  <a:pt x="925877" y="6581840"/>
                </a:cubicBezTo>
                <a:lnTo>
                  <a:pt x="912132" y="6573019"/>
                </a:lnTo>
                <a:cubicBezTo>
                  <a:pt x="906593" y="6582455"/>
                  <a:pt x="894901" y="6590661"/>
                  <a:pt x="880746" y="6590661"/>
                </a:cubicBezTo>
                <a:cubicBezTo>
                  <a:pt x="862898" y="6590661"/>
                  <a:pt x="848538" y="6577736"/>
                  <a:pt x="846693" y="6558658"/>
                </a:cubicBezTo>
                <a:lnTo>
                  <a:pt x="928133" y="6558658"/>
                </a:lnTo>
                <a:lnTo>
                  <a:pt x="928133" y="6549017"/>
                </a:lnTo>
                <a:cubicBezTo>
                  <a:pt x="928133" y="6523784"/>
                  <a:pt x="909876" y="6501423"/>
                  <a:pt x="879514" y="6501423"/>
                </a:cubicBezTo>
                <a:close/>
                <a:moveTo>
                  <a:pt x="988261" y="6501219"/>
                </a:moveTo>
                <a:cubicBezTo>
                  <a:pt x="962209" y="6501219"/>
                  <a:pt x="941900" y="6520092"/>
                  <a:pt x="941900" y="6551274"/>
                </a:cubicBezTo>
                <a:cubicBezTo>
                  <a:pt x="941900" y="6582455"/>
                  <a:pt x="962209" y="6601533"/>
                  <a:pt x="988261" y="6601533"/>
                </a:cubicBezTo>
                <a:cubicBezTo>
                  <a:pt x="1003645" y="6601533"/>
                  <a:pt x="1014108" y="6594969"/>
                  <a:pt x="1021084" y="6584507"/>
                </a:cubicBezTo>
                <a:lnTo>
                  <a:pt x="1023340" y="6584507"/>
                </a:lnTo>
                <a:lnTo>
                  <a:pt x="1023340" y="6627586"/>
                </a:lnTo>
                <a:lnTo>
                  <a:pt x="957490" y="6627586"/>
                </a:lnTo>
                <a:lnTo>
                  <a:pt x="957490" y="6642767"/>
                </a:lnTo>
                <a:lnTo>
                  <a:pt x="1006109" y="6642767"/>
                </a:lnTo>
                <a:cubicBezTo>
                  <a:pt x="1031750" y="6642767"/>
                  <a:pt x="1039751" y="6633330"/>
                  <a:pt x="1039751" y="6607687"/>
                </a:cubicBezTo>
                <a:lnTo>
                  <a:pt x="1039751" y="6503475"/>
                </a:lnTo>
                <a:lnTo>
                  <a:pt x="1023750" y="6503475"/>
                </a:lnTo>
                <a:lnTo>
                  <a:pt x="1023750" y="6518862"/>
                </a:lnTo>
                <a:lnTo>
                  <a:pt x="1021494" y="6518862"/>
                </a:lnTo>
                <a:cubicBezTo>
                  <a:pt x="1014519" y="6508194"/>
                  <a:pt x="1003645" y="6501219"/>
                  <a:pt x="988261" y="6501219"/>
                </a:cubicBezTo>
                <a:close/>
                <a:moveTo>
                  <a:pt x="775502" y="6475987"/>
                </a:moveTo>
                <a:lnTo>
                  <a:pt x="775502" y="6503475"/>
                </a:lnTo>
                <a:lnTo>
                  <a:pt x="757039" y="6503475"/>
                </a:lnTo>
                <a:lnTo>
                  <a:pt x="757039" y="6518656"/>
                </a:lnTo>
                <a:lnTo>
                  <a:pt x="775502" y="6518656"/>
                </a:lnTo>
                <a:lnTo>
                  <a:pt x="775502" y="6579994"/>
                </a:lnTo>
                <a:cubicBezTo>
                  <a:pt x="775502" y="6597020"/>
                  <a:pt x="781862" y="6603379"/>
                  <a:pt x="798889" y="6603379"/>
                </a:cubicBezTo>
                <a:lnTo>
                  <a:pt x="819812" y="6603379"/>
                </a:lnTo>
                <a:lnTo>
                  <a:pt x="819812" y="6588198"/>
                </a:lnTo>
                <a:lnTo>
                  <a:pt x="791913" y="6588198"/>
                </a:lnTo>
                <a:lnTo>
                  <a:pt x="791913" y="6518656"/>
                </a:lnTo>
                <a:lnTo>
                  <a:pt x="819812" y="6518656"/>
                </a:lnTo>
                <a:lnTo>
                  <a:pt x="819812" y="6503475"/>
                </a:lnTo>
                <a:lnTo>
                  <a:pt x="791913" y="6503475"/>
                </a:lnTo>
                <a:lnTo>
                  <a:pt x="791913" y="6475987"/>
                </a:lnTo>
                <a:close/>
                <a:moveTo>
                  <a:pt x="429972" y="6460090"/>
                </a:moveTo>
                <a:cubicBezTo>
                  <a:pt x="429972" y="6484963"/>
                  <a:pt x="425881" y="6509833"/>
                  <a:pt x="419945" y="6531706"/>
                </a:cubicBezTo>
                <a:lnTo>
                  <a:pt x="359788" y="6531706"/>
                </a:lnTo>
                <a:lnTo>
                  <a:pt x="359788" y="6603322"/>
                </a:lnTo>
                <a:cubicBezTo>
                  <a:pt x="388683" y="6603322"/>
                  <a:pt x="408792" y="6572811"/>
                  <a:pt x="419945" y="6531706"/>
                </a:cubicBezTo>
                <a:lnTo>
                  <a:pt x="500155" y="6531706"/>
                </a:lnTo>
                <a:cubicBezTo>
                  <a:pt x="511309" y="6572811"/>
                  <a:pt x="531418" y="6603322"/>
                  <a:pt x="560313" y="6603322"/>
                </a:cubicBezTo>
                <a:lnTo>
                  <a:pt x="560313" y="6531706"/>
                </a:lnTo>
                <a:lnTo>
                  <a:pt x="500155" y="6531706"/>
                </a:lnTo>
                <a:cubicBezTo>
                  <a:pt x="494220" y="6509833"/>
                  <a:pt x="490129" y="6484963"/>
                  <a:pt x="490129" y="6460090"/>
                </a:cubicBezTo>
                <a:close/>
                <a:moveTo>
                  <a:pt x="686495" y="6457524"/>
                </a:moveTo>
                <a:cubicBezTo>
                  <a:pt x="660237" y="6457524"/>
                  <a:pt x="633158" y="6467370"/>
                  <a:pt x="633158" y="6496911"/>
                </a:cubicBezTo>
                <a:cubicBezTo>
                  <a:pt x="633158" y="6516195"/>
                  <a:pt x="644852" y="6529733"/>
                  <a:pt x="675008" y="6535273"/>
                </a:cubicBezTo>
                <a:lnTo>
                  <a:pt x="699419" y="6539786"/>
                </a:lnTo>
                <a:cubicBezTo>
                  <a:pt x="723627" y="6544299"/>
                  <a:pt x="730190" y="6552095"/>
                  <a:pt x="730190" y="6563787"/>
                </a:cubicBezTo>
                <a:cubicBezTo>
                  <a:pt x="730190" y="6584917"/>
                  <a:pt x="705984" y="6589430"/>
                  <a:pt x="691419" y="6589635"/>
                </a:cubicBezTo>
                <a:cubicBezTo>
                  <a:pt x="659416" y="6589635"/>
                  <a:pt x="648339" y="6570352"/>
                  <a:pt x="645467" y="6554351"/>
                </a:cubicBezTo>
                <a:lnTo>
                  <a:pt x="628031" y="6559684"/>
                </a:lnTo>
                <a:cubicBezTo>
                  <a:pt x="633364" y="6585328"/>
                  <a:pt x="652647" y="6605636"/>
                  <a:pt x="691009" y="6605636"/>
                </a:cubicBezTo>
                <a:cubicBezTo>
                  <a:pt x="716856" y="6605636"/>
                  <a:pt x="747629" y="6595790"/>
                  <a:pt x="747629" y="6563581"/>
                </a:cubicBezTo>
                <a:cubicBezTo>
                  <a:pt x="747629" y="6540401"/>
                  <a:pt x="731422" y="6527681"/>
                  <a:pt x="703111" y="6522759"/>
                </a:cubicBezTo>
                <a:lnTo>
                  <a:pt x="678700" y="6518451"/>
                </a:lnTo>
                <a:cubicBezTo>
                  <a:pt x="658186" y="6514758"/>
                  <a:pt x="650801" y="6506553"/>
                  <a:pt x="650801" y="6496091"/>
                </a:cubicBezTo>
                <a:cubicBezTo>
                  <a:pt x="650801" y="6479474"/>
                  <a:pt x="669264" y="6473320"/>
                  <a:pt x="686495" y="6473320"/>
                </a:cubicBezTo>
                <a:cubicBezTo>
                  <a:pt x="714806" y="6473320"/>
                  <a:pt x="726293" y="6488294"/>
                  <a:pt x="729166" y="6501423"/>
                </a:cubicBezTo>
                <a:lnTo>
                  <a:pt x="746397" y="6495680"/>
                </a:lnTo>
                <a:cubicBezTo>
                  <a:pt x="741473" y="6475987"/>
                  <a:pt x="724036" y="6457524"/>
                  <a:pt x="686495" y="6457524"/>
                </a:cubicBezTo>
                <a:close/>
                <a:moveTo>
                  <a:pt x="0" y="0"/>
                </a:moveTo>
                <a:lnTo>
                  <a:pt x="5796000" y="0"/>
                </a:lnTo>
                <a:lnTo>
                  <a:pt x="5796000" y="6894000"/>
                </a:lnTo>
                <a:lnTo>
                  <a:pt x="0" y="689400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184800" y="1849438"/>
            <a:ext cx="5646737" cy="3722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354D9-FF60-0E48-2C56-87562A590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3AA255A-FACD-E72A-05C3-E437DEEE289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6184800" y="6346800"/>
            <a:ext cx="3703738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93231-7700-A637-71D7-AC42ED9F4B7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571012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50/50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8DFE06-6F5D-5057-2B80-EB842AB6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6" y="358775"/>
            <a:ext cx="5340074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681037"/>
            <a:ext cx="5339086" cy="96520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8776" y="1849438"/>
            <a:ext cx="5340244" cy="3722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59265B58-B6C4-FC07-C577-53A540F8F87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54800" y="358775"/>
            <a:ext cx="5374800" cy="521335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C193679-0765-A2DD-DF06-A6511A4D2235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1583636" y="6346800"/>
            <a:ext cx="3450328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A01598F-37BF-5392-2BD5-6230918F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1FFB7D-9825-1746-B2D7-904CD93D725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599928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50/50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38BC31-6C41-BD98-35CB-949FFEF54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23112" cy="6856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4800" y="358775"/>
            <a:ext cx="5646557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4800" y="681037"/>
            <a:ext cx="5648400" cy="96520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5BA5-8536-E3A6-1AA8-EE90ABEE6A0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184800" y="1849438"/>
            <a:ext cx="5646737" cy="3722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CA4DD74E-2844-65E3-282F-551A863ECBEC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358775" y="358775"/>
            <a:ext cx="5104800" cy="521335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D2942D5-CF8F-2035-79FE-0152C8030DBB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6184800" y="6346800"/>
            <a:ext cx="3703738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5A1A97-DE76-A061-546A-CDEEB46B799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raphic 15">
            <a:extLst>
              <a:ext uri="{FF2B5EF4-FFF2-40B4-BE49-F238E27FC236}">
                <a16:creationId xmlns:a16="http://schemas.microsoft.com/office/drawing/2014/main" id="{175B7ECD-A57E-8EB7-A833-040D7284AA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825" y="6436746"/>
            <a:ext cx="866195" cy="1908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09C5A-7C64-2EB5-56F2-B1A9DE7814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640416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40/60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6" y="358775"/>
            <a:ext cx="2913062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681037"/>
            <a:ext cx="2911837" cy="964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6C6BEF-1111-3423-98B2-56C48B6BE2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1849438"/>
            <a:ext cx="2913063" cy="3722687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A227A11-E028-A061-9A55-84C04D99031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64000" y="-18000"/>
            <a:ext cx="8128000" cy="6894000"/>
          </a:xfrm>
          <a:solidFill>
            <a:schemeClr val="bg2">
              <a:lumMod val="90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62156-33FA-D642-805B-62D2AEEF24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31614-5F5C-5C3B-EB04-AD9DD22D894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985141" y="6457346"/>
            <a:ext cx="900000" cy="144000"/>
          </a:xfrm>
        </p:spPr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12027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image 40/60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F9773C42-F056-C583-5DFA-E9A437F8FEA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8000"/>
            <a:ext cx="7769063" cy="6894000"/>
          </a:xfrm>
          <a:custGeom>
            <a:avLst/>
            <a:gdLst>
              <a:gd name="connsiteX0" fmla="*/ 1191539 w 7769063"/>
              <a:gd name="connsiteY0" fmla="*/ 6556402 h 6894000"/>
              <a:gd name="connsiteX1" fmla="*/ 1191539 w 7769063"/>
              <a:gd name="connsiteY1" fmla="*/ 6563581 h 6894000"/>
              <a:gd name="connsiteX2" fmla="*/ 1161180 w 7769063"/>
              <a:gd name="connsiteY2" fmla="*/ 6590866 h 6894000"/>
              <a:gd name="connsiteX3" fmla="*/ 1141896 w 7769063"/>
              <a:gd name="connsiteY3" fmla="*/ 6576095 h 6894000"/>
              <a:gd name="connsiteX4" fmla="*/ 1163641 w 7769063"/>
              <a:gd name="connsiteY4" fmla="*/ 6559069 h 6894000"/>
              <a:gd name="connsiteX5" fmla="*/ 991544 w 7769063"/>
              <a:gd name="connsiteY5" fmla="*/ 6516399 h 6894000"/>
              <a:gd name="connsiteX6" fmla="*/ 1023546 w 7769063"/>
              <a:gd name="connsiteY6" fmla="*/ 6551274 h 6894000"/>
              <a:gd name="connsiteX7" fmla="*/ 991544 w 7769063"/>
              <a:gd name="connsiteY7" fmla="*/ 6586352 h 6894000"/>
              <a:gd name="connsiteX8" fmla="*/ 958722 w 7769063"/>
              <a:gd name="connsiteY8" fmla="*/ 6551274 h 6894000"/>
              <a:gd name="connsiteX9" fmla="*/ 991544 w 7769063"/>
              <a:gd name="connsiteY9" fmla="*/ 6516399 h 6894000"/>
              <a:gd name="connsiteX10" fmla="*/ 879514 w 7769063"/>
              <a:gd name="connsiteY10" fmla="*/ 6516195 h 6894000"/>
              <a:gd name="connsiteX11" fmla="*/ 911926 w 7769063"/>
              <a:gd name="connsiteY11" fmla="*/ 6545120 h 6894000"/>
              <a:gd name="connsiteX12" fmla="*/ 846693 w 7769063"/>
              <a:gd name="connsiteY12" fmla="*/ 6545120 h 6894000"/>
              <a:gd name="connsiteX13" fmla="*/ 879514 w 7769063"/>
              <a:gd name="connsiteY13" fmla="*/ 6516195 h 6894000"/>
              <a:gd name="connsiteX14" fmla="*/ 1061499 w 7769063"/>
              <a:gd name="connsiteY14" fmla="*/ 6503475 h 6894000"/>
              <a:gd name="connsiteX15" fmla="*/ 1061499 w 7769063"/>
              <a:gd name="connsiteY15" fmla="*/ 6603379 h 6894000"/>
              <a:gd name="connsiteX16" fmla="*/ 1077909 w 7769063"/>
              <a:gd name="connsiteY16" fmla="*/ 6603379 h 6894000"/>
              <a:gd name="connsiteX17" fmla="*/ 1077909 w 7769063"/>
              <a:gd name="connsiteY17" fmla="*/ 6540401 h 6894000"/>
              <a:gd name="connsiteX18" fmla="*/ 1101913 w 7769063"/>
              <a:gd name="connsiteY18" fmla="*/ 6519682 h 6894000"/>
              <a:gd name="connsiteX19" fmla="*/ 1115656 w 7769063"/>
              <a:gd name="connsiteY19" fmla="*/ 6519682 h 6894000"/>
              <a:gd name="connsiteX20" fmla="*/ 1115656 w 7769063"/>
              <a:gd name="connsiteY20" fmla="*/ 6503475 h 6894000"/>
              <a:gd name="connsiteX21" fmla="*/ 1101707 w 7769063"/>
              <a:gd name="connsiteY21" fmla="*/ 6503475 h 6894000"/>
              <a:gd name="connsiteX22" fmla="*/ 1078526 w 7769063"/>
              <a:gd name="connsiteY22" fmla="*/ 6519271 h 6894000"/>
              <a:gd name="connsiteX23" fmla="*/ 1076679 w 7769063"/>
              <a:gd name="connsiteY23" fmla="*/ 6519271 h 6894000"/>
              <a:gd name="connsiteX24" fmla="*/ 1076679 w 7769063"/>
              <a:gd name="connsiteY24" fmla="*/ 6503475 h 6894000"/>
              <a:gd name="connsiteX25" fmla="*/ 1168565 w 7769063"/>
              <a:gd name="connsiteY25" fmla="*/ 6501423 h 6894000"/>
              <a:gd name="connsiteX26" fmla="*/ 1126715 w 7769063"/>
              <a:gd name="connsiteY26" fmla="*/ 6526246 h 6894000"/>
              <a:gd name="connsiteX27" fmla="*/ 1140870 w 7769063"/>
              <a:gd name="connsiteY27" fmla="*/ 6534247 h 6894000"/>
              <a:gd name="connsiteX28" fmla="*/ 1168769 w 7769063"/>
              <a:gd name="connsiteY28" fmla="*/ 6516195 h 6894000"/>
              <a:gd name="connsiteX29" fmla="*/ 1191539 w 7769063"/>
              <a:gd name="connsiteY29" fmla="*/ 6538760 h 6894000"/>
              <a:gd name="connsiteX30" fmla="*/ 1191539 w 7769063"/>
              <a:gd name="connsiteY30" fmla="*/ 6543068 h 6894000"/>
              <a:gd name="connsiteX31" fmla="*/ 1162411 w 7769063"/>
              <a:gd name="connsiteY31" fmla="*/ 6545735 h 6894000"/>
              <a:gd name="connsiteX32" fmla="*/ 1125280 w 7769063"/>
              <a:gd name="connsiteY32" fmla="*/ 6577121 h 6894000"/>
              <a:gd name="connsiteX33" fmla="*/ 1155846 w 7769063"/>
              <a:gd name="connsiteY33" fmla="*/ 6605636 h 6894000"/>
              <a:gd name="connsiteX34" fmla="*/ 1190718 w 7769063"/>
              <a:gd name="connsiteY34" fmla="*/ 6585122 h 6894000"/>
              <a:gd name="connsiteX35" fmla="*/ 1192156 w 7769063"/>
              <a:gd name="connsiteY35" fmla="*/ 6585122 h 6894000"/>
              <a:gd name="connsiteX36" fmla="*/ 1192156 w 7769063"/>
              <a:gd name="connsiteY36" fmla="*/ 6586148 h 6894000"/>
              <a:gd name="connsiteX37" fmla="*/ 1209387 w 7769063"/>
              <a:gd name="connsiteY37" fmla="*/ 6603379 h 6894000"/>
              <a:gd name="connsiteX38" fmla="*/ 1220055 w 7769063"/>
              <a:gd name="connsiteY38" fmla="*/ 6603379 h 6894000"/>
              <a:gd name="connsiteX39" fmla="*/ 1220055 w 7769063"/>
              <a:gd name="connsiteY39" fmla="*/ 6588198 h 6894000"/>
              <a:gd name="connsiteX40" fmla="*/ 1207952 w 7769063"/>
              <a:gd name="connsiteY40" fmla="*/ 6588198 h 6894000"/>
              <a:gd name="connsiteX41" fmla="*/ 1207952 w 7769063"/>
              <a:gd name="connsiteY41" fmla="*/ 6538554 h 6894000"/>
              <a:gd name="connsiteX42" fmla="*/ 1168565 w 7769063"/>
              <a:gd name="connsiteY42" fmla="*/ 6501423 h 6894000"/>
              <a:gd name="connsiteX43" fmla="*/ 879514 w 7769063"/>
              <a:gd name="connsiteY43" fmla="*/ 6501423 h 6894000"/>
              <a:gd name="connsiteX44" fmla="*/ 830075 w 7769063"/>
              <a:gd name="connsiteY44" fmla="*/ 6553530 h 6894000"/>
              <a:gd name="connsiteX45" fmla="*/ 880541 w 7769063"/>
              <a:gd name="connsiteY45" fmla="*/ 6605635 h 6894000"/>
              <a:gd name="connsiteX46" fmla="*/ 925877 w 7769063"/>
              <a:gd name="connsiteY46" fmla="*/ 6581840 h 6894000"/>
              <a:gd name="connsiteX47" fmla="*/ 912132 w 7769063"/>
              <a:gd name="connsiteY47" fmla="*/ 6573019 h 6894000"/>
              <a:gd name="connsiteX48" fmla="*/ 880746 w 7769063"/>
              <a:gd name="connsiteY48" fmla="*/ 6590661 h 6894000"/>
              <a:gd name="connsiteX49" fmla="*/ 846693 w 7769063"/>
              <a:gd name="connsiteY49" fmla="*/ 6558658 h 6894000"/>
              <a:gd name="connsiteX50" fmla="*/ 928133 w 7769063"/>
              <a:gd name="connsiteY50" fmla="*/ 6558658 h 6894000"/>
              <a:gd name="connsiteX51" fmla="*/ 928133 w 7769063"/>
              <a:gd name="connsiteY51" fmla="*/ 6549017 h 6894000"/>
              <a:gd name="connsiteX52" fmla="*/ 879514 w 7769063"/>
              <a:gd name="connsiteY52" fmla="*/ 6501423 h 6894000"/>
              <a:gd name="connsiteX53" fmla="*/ 988261 w 7769063"/>
              <a:gd name="connsiteY53" fmla="*/ 6501219 h 6894000"/>
              <a:gd name="connsiteX54" fmla="*/ 941900 w 7769063"/>
              <a:gd name="connsiteY54" fmla="*/ 6551274 h 6894000"/>
              <a:gd name="connsiteX55" fmla="*/ 988261 w 7769063"/>
              <a:gd name="connsiteY55" fmla="*/ 6601533 h 6894000"/>
              <a:gd name="connsiteX56" fmla="*/ 1021084 w 7769063"/>
              <a:gd name="connsiteY56" fmla="*/ 6584507 h 6894000"/>
              <a:gd name="connsiteX57" fmla="*/ 1023340 w 7769063"/>
              <a:gd name="connsiteY57" fmla="*/ 6584507 h 6894000"/>
              <a:gd name="connsiteX58" fmla="*/ 1023340 w 7769063"/>
              <a:gd name="connsiteY58" fmla="*/ 6627586 h 6894000"/>
              <a:gd name="connsiteX59" fmla="*/ 957490 w 7769063"/>
              <a:gd name="connsiteY59" fmla="*/ 6627586 h 6894000"/>
              <a:gd name="connsiteX60" fmla="*/ 957490 w 7769063"/>
              <a:gd name="connsiteY60" fmla="*/ 6642767 h 6894000"/>
              <a:gd name="connsiteX61" fmla="*/ 1006109 w 7769063"/>
              <a:gd name="connsiteY61" fmla="*/ 6642767 h 6894000"/>
              <a:gd name="connsiteX62" fmla="*/ 1039751 w 7769063"/>
              <a:gd name="connsiteY62" fmla="*/ 6607687 h 6894000"/>
              <a:gd name="connsiteX63" fmla="*/ 1039751 w 7769063"/>
              <a:gd name="connsiteY63" fmla="*/ 6503475 h 6894000"/>
              <a:gd name="connsiteX64" fmla="*/ 1023750 w 7769063"/>
              <a:gd name="connsiteY64" fmla="*/ 6503475 h 6894000"/>
              <a:gd name="connsiteX65" fmla="*/ 1023750 w 7769063"/>
              <a:gd name="connsiteY65" fmla="*/ 6518862 h 6894000"/>
              <a:gd name="connsiteX66" fmla="*/ 1021494 w 7769063"/>
              <a:gd name="connsiteY66" fmla="*/ 6518862 h 6894000"/>
              <a:gd name="connsiteX67" fmla="*/ 988261 w 7769063"/>
              <a:gd name="connsiteY67" fmla="*/ 6501219 h 6894000"/>
              <a:gd name="connsiteX68" fmla="*/ 775502 w 7769063"/>
              <a:gd name="connsiteY68" fmla="*/ 6475987 h 6894000"/>
              <a:gd name="connsiteX69" fmla="*/ 775502 w 7769063"/>
              <a:gd name="connsiteY69" fmla="*/ 6503475 h 6894000"/>
              <a:gd name="connsiteX70" fmla="*/ 757039 w 7769063"/>
              <a:gd name="connsiteY70" fmla="*/ 6503475 h 6894000"/>
              <a:gd name="connsiteX71" fmla="*/ 757039 w 7769063"/>
              <a:gd name="connsiteY71" fmla="*/ 6518656 h 6894000"/>
              <a:gd name="connsiteX72" fmla="*/ 775502 w 7769063"/>
              <a:gd name="connsiteY72" fmla="*/ 6518656 h 6894000"/>
              <a:gd name="connsiteX73" fmla="*/ 775502 w 7769063"/>
              <a:gd name="connsiteY73" fmla="*/ 6579994 h 6894000"/>
              <a:gd name="connsiteX74" fmla="*/ 798889 w 7769063"/>
              <a:gd name="connsiteY74" fmla="*/ 6603379 h 6894000"/>
              <a:gd name="connsiteX75" fmla="*/ 819812 w 7769063"/>
              <a:gd name="connsiteY75" fmla="*/ 6603379 h 6894000"/>
              <a:gd name="connsiteX76" fmla="*/ 819812 w 7769063"/>
              <a:gd name="connsiteY76" fmla="*/ 6588198 h 6894000"/>
              <a:gd name="connsiteX77" fmla="*/ 791913 w 7769063"/>
              <a:gd name="connsiteY77" fmla="*/ 6588198 h 6894000"/>
              <a:gd name="connsiteX78" fmla="*/ 791913 w 7769063"/>
              <a:gd name="connsiteY78" fmla="*/ 6518656 h 6894000"/>
              <a:gd name="connsiteX79" fmla="*/ 819812 w 7769063"/>
              <a:gd name="connsiteY79" fmla="*/ 6518656 h 6894000"/>
              <a:gd name="connsiteX80" fmla="*/ 819812 w 7769063"/>
              <a:gd name="connsiteY80" fmla="*/ 6503475 h 6894000"/>
              <a:gd name="connsiteX81" fmla="*/ 791913 w 7769063"/>
              <a:gd name="connsiteY81" fmla="*/ 6503475 h 6894000"/>
              <a:gd name="connsiteX82" fmla="*/ 791913 w 7769063"/>
              <a:gd name="connsiteY82" fmla="*/ 6475987 h 6894000"/>
              <a:gd name="connsiteX83" fmla="*/ 429972 w 7769063"/>
              <a:gd name="connsiteY83" fmla="*/ 6460090 h 6894000"/>
              <a:gd name="connsiteX84" fmla="*/ 419945 w 7769063"/>
              <a:gd name="connsiteY84" fmla="*/ 6531706 h 6894000"/>
              <a:gd name="connsiteX85" fmla="*/ 359788 w 7769063"/>
              <a:gd name="connsiteY85" fmla="*/ 6531706 h 6894000"/>
              <a:gd name="connsiteX86" fmla="*/ 359788 w 7769063"/>
              <a:gd name="connsiteY86" fmla="*/ 6603322 h 6894000"/>
              <a:gd name="connsiteX87" fmla="*/ 419945 w 7769063"/>
              <a:gd name="connsiteY87" fmla="*/ 6531706 h 6894000"/>
              <a:gd name="connsiteX88" fmla="*/ 500155 w 7769063"/>
              <a:gd name="connsiteY88" fmla="*/ 6531706 h 6894000"/>
              <a:gd name="connsiteX89" fmla="*/ 560313 w 7769063"/>
              <a:gd name="connsiteY89" fmla="*/ 6603322 h 6894000"/>
              <a:gd name="connsiteX90" fmla="*/ 560313 w 7769063"/>
              <a:gd name="connsiteY90" fmla="*/ 6531706 h 6894000"/>
              <a:gd name="connsiteX91" fmla="*/ 500155 w 7769063"/>
              <a:gd name="connsiteY91" fmla="*/ 6531706 h 6894000"/>
              <a:gd name="connsiteX92" fmla="*/ 490129 w 7769063"/>
              <a:gd name="connsiteY92" fmla="*/ 6460090 h 6894000"/>
              <a:gd name="connsiteX93" fmla="*/ 686495 w 7769063"/>
              <a:gd name="connsiteY93" fmla="*/ 6457524 h 6894000"/>
              <a:gd name="connsiteX94" fmla="*/ 633158 w 7769063"/>
              <a:gd name="connsiteY94" fmla="*/ 6496911 h 6894000"/>
              <a:gd name="connsiteX95" fmla="*/ 675008 w 7769063"/>
              <a:gd name="connsiteY95" fmla="*/ 6535273 h 6894000"/>
              <a:gd name="connsiteX96" fmla="*/ 699419 w 7769063"/>
              <a:gd name="connsiteY96" fmla="*/ 6539786 h 6894000"/>
              <a:gd name="connsiteX97" fmla="*/ 730190 w 7769063"/>
              <a:gd name="connsiteY97" fmla="*/ 6563787 h 6894000"/>
              <a:gd name="connsiteX98" fmla="*/ 691419 w 7769063"/>
              <a:gd name="connsiteY98" fmla="*/ 6589635 h 6894000"/>
              <a:gd name="connsiteX99" fmla="*/ 645467 w 7769063"/>
              <a:gd name="connsiteY99" fmla="*/ 6554351 h 6894000"/>
              <a:gd name="connsiteX100" fmla="*/ 628031 w 7769063"/>
              <a:gd name="connsiteY100" fmla="*/ 6559684 h 6894000"/>
              <a:gd name="connsiteX101" fmla="*/ 691009 w 7769063"/>
              <a:gd name="connsiteY101" fmla="*/ 6605636 h 6894000"/>
              <a:gd name="connsiteX102" fmla="*/ 747629 w 7769063"/>
              <a:gd name="connsiteY102" fmla="*/ 6563581 h 6894000"/>
              <a:gd name="connsiteX103" fmla="*/ 703111 w 7769063"/>
              <a:gd name="connsiteY103" fmla="*/ 6522759 h 6894000"/>
              <a:gd name="connsiteX104" fmla="*/ 678700 w 7769063"/>
              <a:gd name="connsiteY104" fmla="*/ 6518451 h 6894000"/>
              <a:gd name="connsiteX105" fmla="*/ 650801 w 7769063"/>
              <a:gd name="connsiteY105" fmla="*/ 6496091 h 6894000"/>
              <a:gd name="connsiteX106" fmla="*/ 686495 w 7769063"/>
              <a:gd name="connsiteY106" fmla="*/ 6473320 h 6894000"/>
              <a:gd name="connsiteX107" fmla="*/ 729166 w 7769063"/>
              <a:gd name="connsiteY107" fmla="*/ 6501423 h 6894000"/>
              <a:gd name="connsiteX108" fmla="*/ 746397 w 7769063"/>
              <a:gd name="connsiteY108" fmla="*/ 6495680 h 6894000"/>
              <a:gd name="connsiteX109" fmla="*/ 686495 w 7769063"/>
              <a:gd name="connsiteY109" fmla="*/ 6457524 h 6894000"/>
              <a:gd name="connsiteX110" fmla="*/ 0 w 7769063"/>
              <a:gd name="connsiteY110" fmla="*/ 0 h 6894000"/>
              <a:gd name="connsiteX111" fmla="*/ 7769063 w 7769063"/>
              <a:gd name="connsiteY111" fmla="*/ 0 h 6894000"/>
              <a:gd name="connsiteX112" fmla="*/ 7769063 w 7769063"/>
              <a:gd name="connsiteY112" fmla="*/ 6894000 h 6894000"/>
              <a:gd name="connsiteX113" fmla="*/ 0 w 7769063"/>
              <a:gd name="connsiteY113" fmla="*/ 6894000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7769063" h="6894000">
                <a:moveTo>
                  <a:pt x="1191539" y="6556402"/>
                </a:moveTo>
                <a:lnTo>
                  <a:pt x="1191539" y="6563581"/>
                </a:lnTo>
                <a:cubicBezTo>
                  <a:pt x="1191539" y="6582661"/>
                  <a:pt x="1174923" y="6590866"/>
                  <a:pt x="1161180" y="6590866"/>
                </a:cubicBezTo>
                <a:cubicBezTo>
                  <a:pt x="1151332" y="6590866"/>
                  <a:pt x="1141896" y="6586763"/>
                  <a:pt x="1141896" y="6576095"/>
                </a:cubicBezTo>
                <a:cubicBezTo>
                  <a:pt x="1141896" y="6566248"/>
                  <a:pt x="1150102" y="6560299"/>
                  <a:pt x="1163641" y="6559069"/>
                </a:cubicBezTo>
                <a:close/>
                <a:moveTo>
                  <a:pt x="991544" y="6516399"/>
                </a:moveTo>
                <a:cubicBezTo>
                  <a:pt x="1007750" y="6516399"/>
                  <a:pt x="1023546" y="6525836"/>
                  <a:pt x="1023546" y="6551274"/>
                </a:cubicBezTo>
                <a:cubicBezTo>
                  <a:pt x="1023546" y="6576710"/>
                  <a:pt x="1007750" y="6586352"/>
                  <a:pt x="991544" y="6586352"/>
                </a:cubicBezTo>
                <a:cubicBezTo>
                  <a:pt x="975338" y="6586352"/>
                  <a:pt x="958722" y="6576506"/>
                  <a:pt x="958722" y="6551274"/>
                </a:cubicBezTo>
                <a:cubicBezTo>
                  <a:pt x="958722" y="6526040"/>
                  <a:pt x="975338" y="6516399"/>
                  <a:pt x="991544" y="6516399"/>
                </a:cubicBezTo>
                <a:close/>
                <a:moveTo>
                  <a:pt x="879514" y="6516195"/>
                </a:moveTo>
                <a:cubicBezTo>
                  <a:pt x="896951" y="6516195"/>
                  <a:pt x="910491" y="6527681"/>
                  <a:pt x="911926" y="6545120"/>
                </a:cubicBezTo>
                <a:lnTo>
                  <a:pt x="846693" y="6545120"/>
                </a:lnTo>
                <a:cubicBezTo>
                  <a:pt x="848332" y="6527477"/>
                  <a:pt x="863309" y="6516195"/>
                  <a:pt x="879514" y="6516195"/>
                </a:cubicBezTo>
                <a:close/>
                <a:moveTo>
                  <a:pt x="1061499" y="6503475"/>
                </a:moveTo>
                <a:lnTo>
                  <a:pt x="1061499" y="6603379"/>
                </a:lnTo>
                <a:lnTo>
                  <a:pt x="1077909" y="6603379"/>
                </a:lnTo>
                <a:lnTo>
                  <a:pt x="1077909" y="6540401"/>
                </a:lnTo>
                <a:cubicBezTo>
                  <a:pt x="1077909" y="6526861"/>
                  <a:pt x="1085295" y="6519682"/>
                  <a:pt x="1101913" y="6519682"/>
                </a:cubicBezTo>
                <a:lnTo>
                  <a:pt x="1115656" y="6519682"/>
                </a:lnTo>
                <a:lnTo>
                  <a:pt x="1115656" y="6503475"/>
                </a:lnTo>
                <a:lnTo>
                  <a:pt x="1101707" y="6503475"/>
                </a:lnTo>
                <a:cubicBezTo>
                  <a:pt x="1088168" y="6503475"/>
                  <a:pt x="1081809" y="6510040"/>
                  <a:pt x="1078526" y="6519271"/>
                </a:cubicBezTo>
                <a:lnTo>
                  <a:pt x="1076679" y="6519271"/>
                </a:lnTo>
                <a:lnTo>
                  <a:pt x="1076679" y="6503475"/>
                </a:lnTo>
                <a:close/>
                <a:moveTo>
                  <a:pt x="1168565" y="6501423"/>
                </a:moveTo>
                <a:cubicBezTo>
                  <a:pt x="1148255" y="6501423"/>
                  <a:pt x="1132869" y="6511065"/>
                  <a:pt x="1126715" y="6526246"/>
                </a:cubicBezTo>
                <a:lnTo>
                  <a:pt x="1140870" y="6534247"/>
                </a:lnTo>
                <a:cubicBezTo>
                  <a:pt x="1144769" y="6523169"/>
                  <a:pt x="1154205" y="6516195"/>
                  <a:pt x="1168769" y="6516195"/>
                </a:cubicBezTo>
                <a:cubicBezTo>
                  <a:pt x="1183129" y="6516195"/>
                  <a:pt x="1191539" y="6522553"/>
                  <a:pt x="1191539" y="6538760"/>
                </a:cubicBezTo>
                <a:lnTo>
                  <a:pt x="1191539" y="6543068"/>
                </a:lnTo>
                <a:lnTo>
                  <a:pt x="1162411" y="6545735"/>
                </a:lnTo>
                <a:cubicBezTo>
                  <a:pt x="1141281" y="6547581"/>
                  <a:pt x="1125280" y="6557633"/>
                  <a:pt x="1125280" y="6577121"/>
                </a:cubicBezTo>
                <a:cubicBezTo>
                  <a:pt x="1125280" y="6593123"/>
                  <a:pt x="1136153" y="6605636"/>
                  <a:pt x="1155846" y="6605636"/>
                </a:cubicBezTo>
                <a:cubicBezTo>
                  <a:pt x="1171436" y="6605636"/>
                  <a:pt x="1184361" y="6598046"/>
                  <a:pt x="1190718" y="6585122"/>
                </a:cubicBezTo>
                <a:lnTo>
                  <a:pt x="1192156" y="6585122"/>
                </a:lnTo>
                <a:lnTo>
                  <a:pt x="1192156" y="6586148"/>
                </a:lnTo>
                <a:cubicBezTo>
                  <a:pt x="1192156" y="6597020"/>
                  <a:pt x="1198515" y="6603379"/>
                  <a:pt x="1209387" y="6603379"/>
                </a:cubicBezTo>
                <a:lnTo>
                  <a:pt x="1220055" y="6603379"/>
                </a:lnTo>
                <a:lnTo>
                  <a:pt x="1220055" y="6588198"/>
                </a:lnTo>
                <a:lnTo>
                  <a:pt x="1207952" y="6588198"/>
                </a:lnTo>
                <a:lnTo>
                  <a:pt x="1207952" y="6538554"/>
                </a:lnTo>
                <a:cubicBezTo>
                  <a:pt x="1207952" y="6514348"/>
                  <a:pt x="1192771" y="6501423"/>
                  <a:pt x="1168565" y="6501423"/>
                </a:cubicBezTo>
                <a:close/>
                <a:moveTo>
                  <a:pt x="879514" y="6501423"/>
                </a:moveTo>
                <a:cubicBezTo>
                  <a:pt x="848538" y="6501423"/>
                  <a:pt x="830075" y="6524605"/>
                  <a:pt x="830075" y="6553530"/>
                </a:cubicBezTo>
                <a:cubicBezTo>
                  <a:pt x="830075" y="6583070"/>
                  <a:pt x="850385" y="6605635"/>
                  <a:pt x="880541" y="6605635"/>
                </a:cubicBezTo>
                <a:cubicBezTo>
                  <a:pt x="901054" y="6605635"/>
                  <a:pt x="917465" y="6594969"/>
                  <a:pt x="925877" y="6581840"/>
                </a:cubicBezTo>
                <a:lnTo>
                  <a:pt x="912132" y="6573019"/>
                </a:lnTo>
                <a:cubicBezTo>
                  <a:pt x="906593" y="6582455"/>
                  <a:pt x="894901" y="6590661"/>
                  <a:pt x="880746" y="6590661"/>
                </a:cubicBezTo>
                <a:cubicBezTo>
                  <a:pt x="862898" y="6590661"/>
                  <a:pt x="848538" y="6577736"/>
                  <a:pt x="846693" y="6558658"/>
                </a:cubicBezTo>
                <a:lnTo>
                  <a:pt x="928133" y="6558658"/>
                </a:lnTo>
                <a:lnTo>
                  <a:pt x="928133" y="6549017"/>
                </a:lnTo>
                <a:cubicBezTo>
                  <a:pt x="928133" y="6523784"/>
                  <a:pt x="909876" y="6501423"/>
                  <a:pt x="879514" y="6501423"/>
                </a:cubicBezTo>
                <a:close/>
                <a:moveTo>
                  <a:pt x="988261" y="6501219"/>
                </a:moveTo>
                <a:cubicBezTo>
                  <a:pt x="962209" y="6501219"/>
                  <a:pt x="941900" y="6520092"/>
                  <a:pt x="941900" y="6551274"/>
                </a:cubicBezTo>
                <a:cubicBezTo>
                  <a:pt x="941900" y="6582455"/>
                  <a:pt x="962209" y="6601533"/>
                  <a:pt x="988261" y="6601533"/>
                </a:cubicBezTo>
                <a:cubicBezTo>
                  <a:pt x="1003645" y="6601533"/>
                  <a:pt x="1014108" y="6594969"/>
                  <a:pt x="1021084" y="6584507"/>
                </a:cubicBezTo>
                <a:lnTo>
                  <a:pt x="1023340" y="6584507"/>
                </a:lnTo>
                <a:lnTo>
                  <a:pt x="1023340" y="6627586"/>
                </a:lnTo>
                <a:lnTo>
                  <a:pt x="957490" y="6627586"/>
                </a:lnTo>
                <a:lnTo>
                  <a:pt x="957490" y="6642767"/>
                </a:lnTo>
                <a:lnTo>
                  <a:pt x="1006109" y="6642767"/>
                </a:lnTo>
                <a:cubicBezTo>
                  <a:pt x="1031750" y="6642767"/>
                  <a:pt x="1039751" y="6633330"/>
                  <a:pt x="1039751" y="6607687"/>
                </a:cubicBezTo>
                <a:lnTo>
                  <a:pt x="1039751" y="6503475"/>
                </a:lnTo>
                <a:lnTo>
                  <a:pt x="1023750" y="6503475"/>
                </a:lnTo>
                <a:lnTo>
                  <a:pt x="1023750" y="6518862"/>
                </a:lnTo>
                <a:lnTo>
                  <a:pt x="1021494" y="6518862"/>
                </a:lnTo>
                <a:cubicBezTo>
                  <a:pt x="1014519" y="6508194"/>
                  <a:pt x="1003645" y="6501219"/>
                  <a:pt x="988261" y="6501219"/>
                </a:cubicBezTo>
                <a:close/>
                <a:moveTo>
                  <a:pt x="775502" y="6475987"/>
                </a:moveTo>
                <a:lnTo>
                  <a:pt x="775502" y="6503475"/>
                </a:lnTo>
                <a:lnTo>
                  <a:pt x="757039" y="6503475"/>
                </a:lnTo>
                <a:lnTo>
                  <a:pt x="757039" y="6518656"/>
                </a:lnTo>
                <a:lnTo>
                  <a:pt x="775502" y="6518656"/>
                </a:lnTo>
                <a:lnTo>
                  <a:pt x="775502" y="6579994"/>
                </a:lnTo>
                <a:cubicBezTo>
                  <a:pt x="775502" y="6597020"/>
                  <a:pt x="781862" y="6603379"/>
                  <a:pt x="798889" y="6603379"/>
                </a:cubicBezTo>
                <a:lnTo>
                  <a:pt x="819812" y="6603379"/>
                </a:lnTo>
                <a:lnTo>
                  <a:pt x="819812" y="6588198"/>
                </a:lnTo>
                <a:lnTo>
                  <a:pt x="791913" y="6588198"/>
                </a:lnTo>
                <a:lnTo>
                  <a:pt x="791913" y="6518656"/>
                </a:lnTo>
                <a:lnTo>
                  <a:pt x="819812" y="6518656"/>
                </a:lnTo>
                <a:lnTo>
                  <a:pt x="819812" y="6503475"/>
                </a:lnTo>
                <a:lnTo>
                  <a:pt x="791913" y="6503475"/>
                </a:lnTo>
                <a:lnTo>
                  <a:pt x="791913" y="6475987"/>
                </a:lnTo>
                <a:close/>
                <a:moveTo>
                  <a:pt x="429972" y="6460090"/>
                </a:moveTo>
                <a:cubicBezTo>
                  <a:pt x="429972" y="6484963"/>
                  <a:pt x="425881" y="6509833"/>
                  <a:pt x="419945" y="6531706"/>
                </a:cubicBezTo>
                <a:lnTo>
                  <a:pt x="359788" y="6531706"/>
                </a:lnTo>
                <a:lnTo>
                  <a:pt x="359788" y="6603322"/>
                </a:lnTo>
                <a:cubicBezTo>
                  <a:pt x="388683" y="6603322"/>
                  <a:pt x="408792" y="6572811"/>
                  <a:pt x="419945" y="6531706"/>
                </a:cubicBezTo>
                <a:lnTo>
                  <a:pt x="500155" y="6531706"/>
                </a:lnTo>
                <a:cubicBezTo>
                  <a:pt x="511309" y="6572811"/>
                  <a:pt x="531418" y="6603322"/>
                  <a:pt x="560313" y="6603322"/>
                </a:cubicBezTo>
                <a:lnTo>
                  <a:pt x="560313" y="6531706"/>
                </a:lnTo>
                <a:lnTo>
                  <a:pt x="500155" y="6531706"/>
                </a:lnTo>
                <a:cubicBezTo>
                  <a:pt x="494220" y="6509833"/>
                  <a:pt x="490129" y="6484963"/>
                  <a:pt x="490129" y="6460090"/>
                </a:cubicBezTo>
                <a:close/>
                <a:moveTo>
                  <a:pt x="686495" y="6457524"/>
                </a:moveTo>
                <a:cubicBezTo>
                  <a:pt x="660237" y="6457524"/>
                  <a:pt x="633158" y="6467370"/>
                  <a:pt x="633158" y="6496911"/>
                </a:cubicBezTo>
                <a:cubicBezTo>
                  <a:pt x="633158" y="6516195"/>
                  <a:pt x="644852" y="6529733"/>
                  <a:pt x="675008" y="6535273"/>
                </a:cubicBezTo>
                <a:lnTo>
                  <a:pt x="699419" y="6539786"/>
                </a:lnTo>
                <a:cubicBezTo>
                  <a:pt x="723627" y="6544299"/>
                  <a:pt x="730190" y="6552095"/>
                  <a:pt x="730190" y="6563787"/>
                </a:cubicBezTo>
                <a:cubicBezTo>
                  <a:pt x="730190" y="6584917"/>
                  <a:pt x="705984" y="6589430"/>
                  <a:pt x="691419" y="6589635"/>
                </a:cubicBezTo>
                <a:cubicBezTo>
                  <a:pt x="659416" y="6589635"/>
                  <a:pt x="648339" y="6570352"/>
                  <a:pt x="645467" y="6554351"/>
                </a:cubicBezTo>
                <a:lnTo>
                  <a:pt x="628031" y="6559684"/>
                </a:lnTo>
                <a:cubicBezTo>
                  <a:pt x="633364" y="6585328"/>
                  <a:pt x="652647" y="6605636"/>
                  <a:pt x="691009" y="6605636"/>
                </a:cubicBezTo>
                <a:cubicBezTo>
                  <a:pt x="716856" y="6605636"/>
                  <a:pt x="747629" y="6595790"/>
                  <a:pt x="747629" y="6563581"/>
                </a:cubicBezTo>
                <a:cubicBezTo>
                  <a:pt x="747629" y="6540401"/>
                  <a:pt x="731422" y="6527681"/>
                  <a:pt x="703111" y="6522759"/>
                </a:cubicBezTo>
                <a:lnTo>
                  <a:pt x="678700" y="6518451"/>
                </a:lnTo>
                <a:cubicBezTo>
                  <a:pt x="658186" y="6514758"/>
                  <a:pt x="650801" y="6506553"/>
                  <a:pt x="650801" y="6496091"/>
                </a:cubicBezTo>
                <a:cubicBezTo>
                  <a:pt x="650801" y="6479474"/>
                  <a:pt x="669264" y="6473320"/>
                  <a:pt x="686495" y="6473320"/>
                </a:cubicBezTo>
                <a:cubicBezTo>
                  <a:pt x="714806" y="6473320"/>
                  <a:pt x="726293" y="6488294"/>
                  <a:pt x="729166" y="6501423"/>
                </a:cubicBezTo>
                <a:lnTo>
                  <a:pt x="746397" y="6495680"/>
                </a:lnTo>
                <a:cubicBezTo>
                  <a:pt x="741473" y="6475987"/>
                  <a:pt x="724036" y="6457524"/>
                  <a:pt x="686495" y="6457524"/>
                </a:cubicBezTo>
                <a:close/>
                <a:moveTo>
                  <a:pt x="0" y="0"/>
                </a:moveTo>
                <a:lnTo>
                  <a:pt x="7769063" y="0"/>
                </a:lnTo>
                <a:lnTo>
                  <a:pt x="7769063" y="6894000"/>
                </a:lnTo>
                <a:lnTo>
                  <a:pt x="0" y="6894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4571" y="358775"/>
            <a:ext cx="2905200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5796" y="681037"/>
            <a:ext cx="2905200" cy="964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6C6BEF-1111-3423-98B2-56C48B6BE2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4570" y="1849438"/>
            <a:ext cx="2905200" cy="3722687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E23998-B8B0-66B7-51D1-38976C84A06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9A79217-C4AD-8AEB-C6D3-F43FBEE2CAA9}"/>
              </a:ext>
            </a:extLst>
          </p:cNvPr>
          <p:cNvSpPr>
            <a:spLocks noGrp="1"/>
          </p:cNvSpPr>
          <p:nvPr>
            <p:ph type="subTitle" idx="18" hasCustomPrompt="1"/>
          </p:nvPr>
        </p:nvSpPr>
        <p:spPr>
          <a:xfrm>
            <a:off x="8132354" y="6346800"/>
            <a:ext cx="175618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1CE12-AED3-CCF1-FBE8-34BF5C15A4F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182780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40/60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0B7F0F-29EB-B4C1-4B04-18B8BCC4ED37}"/>
              </a:ext>
            </a:extLst>
          </p:cNvPr>
          <p:cNvSpPr/>
          <p:nvPr userDrawn="1"/>
        </p:nvSpPr>
        <p:spPr>
          <a:xfrm>
            <a:off x="4064000" y="0"/>
            <a:ext cx="8128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6" y="358775"/>
            <a:ext cx="2913062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681037"/>
            <a:ext cx="2911837" cy="964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6C6BEF-1111-3423-98B2-56C48B6BE2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8775" y="1849438"/>
            <a:ext cx="2913063" cy="3722687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354D9-FF60-0E48-2C56-87562A590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1038A5AA-3861-7910-D57C-6E33737629C7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5033962" y="358775"/>
            <a:ext cx="6005513" cy="521335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1A652E5-7509-4AB3-D690-9D044C39668D}"/>
              </a:ext>
            </a:extLst>
          </p:cNvPr>
          <p:cNvSpPr>
            <a:spLocks noGrp="1"/>
          </p:cNvSpPr>
          <p:nvPr>
            <p:ph type="subTitle" idx="18" hasCustomPrompt="1"/>
          </p:nvPr>
        </p:nvSpPr>
        <p:spPr>
          <a:xfrm>
            <a:off x="1583635" y="6346800"/>
            <a:ext cx="1508815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15920-5686-2EED-1129-8A6C639DA6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841097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40/60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B4D328-89BB-57AF-1AE3-8F96A705F083}"/>
              </a:ext>
            </a:extLst>
          </p:cNvPr>
          <p:cNvSpPr/>
          <p:nvPr userDrawn="1"/>
        </p:nvSpPr>
        <p:spPr>
          <a:xfrm>
            <a:off x="0" y="0"/>
            <a:ext cx="776906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4571" y="358775"/>
            <a:ext cx="2905200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5795" y="681037"/>
            <a:ext cx="2905200" cy="964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6C6BEF-1111-3423-98B2-56C48B6BE2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4570" y="1849438"/>
            <a:ext cx="2904905" cy="3722687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354D9-FF60-0E48-2C56-87562A590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hart Placeholder 4">
            <a:extLst>
              <a:ext uri="{FF2B5EF4-FFF2-40B4-BE49-F238E27FC236}">
                <a16:creationId xmlns:a16="http://schemas.microsoft.com/office/drawing/2014/main" id="{59B084A6-36CF-2B18-2F9E-3033CAD83AE0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365598" y="358775"/>
            <a:ext cx="5896800" cy="521335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A0FF822-056E-B4F9-EC6E-718C03D890A7}"/>
              </a:ext>
            </a:extLst>
          </p:cNvPr>
          <p:cNvSpPr>
            <a:spLocks noGrp="1"/>
          </p:cNvSpPr>
          <p:nvPr>
            <p:ph type="subTitle" idx="18" hasCustomPrompt="1"/>
          </p:nvPr>
        </p:nvSpPr>
        <p:spPr>
          <a:xfrm>
            <a:off x="8132353" y="6346800"/>
            <a:ext cx="2727735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6" name="raphic 15">
            <a:extLst>
              <a:ext uri="{FF2B5EF4-FFF2-40B4-BE49-F238E27FC236}">
                <a16:creationId xmlns:a16="http://schemas.microsoft.com/office/drawing/2014/main" id="{4FF2FE00-6EB1-1590-5D90-C4659E7A86D1}"/>
              </a:ext>
            </a:extLst>
          </p:cNvPr>
          <p:cNvSpPr/>
          <p:nvPr userDrawn="1"/>
        </p:nvSpPr>
        <p:spPr>
          <a:xfrm>
            <a:off x="359788" y="6439524"/>
            <a:ext cx="860267" cy="185242"/>
          </a:xfrm>
          <a:custGeom>
            <a:avLst/>
            <a:gdLst>
              <a:gd name="connsiteX0" fmla="*/ 741919 w 860267"/>
              <a:gd name="connsiteY0" fmla="*/ 45951 h 185242"/>
              <a:gd name="connsiteX1" fmla="*/ 755868 w 860267"/>
              <a:gd name="connsiteY1" fmla="*/ 45951 h 185242"/>
              <a:gd name="connsiteX2" fmla="*/ 755868 w 860267"/>
              <a:gd name="connsiteY2" fmla="*/ 62158 h 185242"/>
              <a:gd name="connsiteX3" fmla="*/ 742125 w 860267"/>
              <a:gd name="connsiteY3" fmla="*/ 62158 h 185242"/>
              <a:gd name="connsiteX4" fmla="*/ 718121 w 860267"/>
              <a:gd name="connsiteY4" fmla="*/ 82877 h 185242"/>
              <a:gd name="connsiteX5" fmla="*/ 718121 w 860267"/>
              <a:gd name="connsiteY5" fmla="*/ 145855 h 185242"/>
              <a:gd name="connsiteX6" fmla="*/ 701711 w 860267"/>
              <a:gd name="connsiteY6" fmla="*/ 145855 h 185242"/>
              <a:gd name="connsiteX7" fmla="*/ 701711 w 860267"/>
              <a:gd name="connsiteY7" fmla="*/ 45951 h 185242"/>
              <a:gd name="connsiteX8" fmla="*/ 716891 w 860267"/>
              <a:gd name="connsiteY8" fmla="*/ 45951 h 185242"/>
              <a:gd name="connsiteX9" fmla="*/ 716891 w 860267"/>
              <a:gd name="connsiteY9" fmla="*/ 61747 h 185242"/>
              <a:gd name="connsiteX10" fmla="*/ 718738 w 860267"/>
              <a:gd name="connsiteY10" fmla="*/ 61747 h 185242"/>
              <a:gd name="connsiteX11" fmla="*/ 741919 w 860267"/>
              <a:gd name="connsiteY11" fmla="*/ 45951 h 185242"/>
              <a:gd name="connsiteX12" fmla="*/ 70184 w 860267"/>
              <a:gd name="connsiteY12" fmla="*/ 2566 h 185242"/>
              <a:gd name="connsiteX13" fmla="*/ 60157 w 860267"/>
              <a:gd name="connsiteY13" fmla="*/ 74182 h 185242"/>
              <a:gd name="connsiteX14" fmla="*/ 140367 w 860267"/>
              <a:gd name="connsiteY14" fmla="*/ 74182 h 185242"/>
              <a:gd name="connsiteX15" fmla="*/ 130341 w 860267"/>
              <a:gd name="connsiteY15" fmla="*/ 2566 h 185242"/>
              <a:gd name="connsiteX16" fmla="*/ 70184 w 860267"/>
              <a:gd name="connsiteY16" fmla="*/ 2566 h 185242"/>
              <a:gd name="connsiteX17" fmla="*/ 0 w 860267"/>
              <a:gd name="connsiteY17" fmla="*/ 145798 h 185242"/>
              <a:gd name="connsiteX18" fmla="*/ 60157 w 860267"/>
              <a:gd name="connsiteY18" fmla="*/ 74182 h 185242"/>
              <a:gd name="connsiteX19" fmla="*/ 0 w 860267"/>
              <a:gd name="connsiteY19" fmla="*/ 74182 h 185242"/>
              <a:gd name="connsiteX20" fmla="*/ 0 w 860267"/>
              <a:gd name="connsiteY20" fmla="*/ 145798 h 185242"/>
              <a:gd name="connsiteX21" fmla="*/ 200525 w 860267"/>
              <a:gd name="connsiteY21" fmla="*/ 145798 h 185242"/>
              <a:gd name="connsiteX22" fmla="*/ 200525 w 860267"/>
              <a:gd name="connsiteY22" fmla="*/ 74182 h 185242"/>
              <a:gd name="connsiteX23" fmla="*/ 140367 w 860267"/>
              <a:gd name="connsiteY23" fmla="*/ 74182 h 185242"/>
              <a:gd name="connsiteX24" fmla="*/ 200525 w 860267"/>
              <a:gd name="connsiteY24" fmla="*/ 145798 h 185242"/>
              <a:gd name="connsiteX25" fmla="*/ 343323 w 860267"/>
              <a:gd name="connsiteY25" fmla="*/ 65235 h 185242"/>
              <a:gd name="connsiteX26" fmla="*/ 318912 w 860267"/>
              <a:gd name="connsiteY26" fmla="*/ 60927 h 185242"/>
              <a:gd name="connsiteX27" fmla="*/ 291013 w 860267"/>
              <a:gd name="connsiteY27" fmla="*/ 38567 h 185242"/>
              <a:gd name="connsiteX28" fmla="*/ 326707 w 860267"/>
              <a:gd name="connsiteY28" fmla="*/ 15796 h 185242"/>
              <a:gd name="connsiteX29" fmla="*/ 369378 w 860267"/>
              <a:gd name="connsiteY29" fmla="*/ 43899 h 185242"/>
              <a:gd name="connsiteX30" fmla="*/ 386609 w 860267"/>
              <a:gd name="connsiteY30" fmla="*/ 38156 h 185242"/>
              <a:gd name="connsiteX31" fmla="*/ 326707 w 860267"/>
              <a:gd name="connsiteY31" fmla="*/ 0 h 185242"/>
              <a:gd name="connsiteX32" fmla="*/ 273370 w 860267"/>
              <a:gd name="connsiteY32" fmla="*/ 39387 h 185242"/>
              <a:gd name="connsiteX33" fmla="*/ 315220 w 860267"/>
              <a:gd name="connsiteY33" fmla="*/ 77749 h 185242"/>
              <a:gd name="connsiteX34" fmla="*/ 339631 w 860267"/>
              <a:gd name="connsiteY34" fmla="*/ 82262 h 185242"/>
              <a:gd name="connsiteX35" fmla="*/ 370402 w 860267"/>
              <a:gd name="connsiteY35" fmla="*/ 106263 h 185242"/>
              <a:gd name="connsiteX36" fmla="*/ 331631 w 860267"/>
              <a:gd name="connsiteY36" fmla="*/ 132111 h 185242"/>
              <a:gd name="connsiteX37" fmla="*/ 285679 w 860267"/>
              <a:gd name="connsiteY37" fmla="*/ 96827 h 185242"/>
              <a:gd name="connsiteX38" fmla="*/ 268243 w 860267"/>
              <a:gd name="connsiteY38" fmla="*/ 102160 h 185242"/>
              <a:gd name="connsiteX39" fmla="*/ 331221 w 860267"/>
              <a:gd name="connsiteY39" fmla="*/ 148112 h 185242"/>
              <a:gd name="connsiteX40" fmla="*/ 387841 w 860267"/>
              <a:gd name="connsiteY40" fmla="*/ 106057 h 185242"/>
              <a:gd name="connsiteX41" fmla="*/ 343323 w 860267"/>
              <a:gd name="connsiteY41" fmla="*/ 65235 h 185242"/>
              <a:gd name="connsiteX42" fmla="*/ 432125 w 860267"/>
              <a:gd name="connsiteY42" fmla="*/ 18463 h 185242"/>
              <a:gd name="connsiteX43" fmla="*/ 415714 w 860267"/>
              <a:gd name="connsiteY43" fmla="*/ 18463 h 185242"/>
              <a:gd name="connsiteX44" fmla="*/ 415714 w 860267"/>
              <a:gd name="connsiteY44" fmla="*/ 45951 h 185242"/>
              <a:gd name="connsiteX45" fmla="*/ 397251 w 860267"/>
              <a:gd name="connsiteY45" fmla="*/ 45951 h 185242"/>
              <a:gd name="connsiteX46" fmla="*/ 397251 w 860267"/>
              <a:gd name="connsiteY46" fmla="*/ 61132 h 185242"/>
              <a:gd name="connsiteX47" fmla="*/ 415714 w 860267"/>
              <a:gd name="connsiteY47" fmla="*/ 61132 h 185242"/>
              <a:gd name="connsiteX48" fmla="*/ 415714 w 860267"/>
              <a:gd name="connsiteY48" fmla="*/ 122470 h 185242"/>
              <a:gd name="connsiteX49" fmla="*/ 439101 w 860267"/>
              <a:gd name="connsiteY49" fmla="*/ 145855 h 185242"/>
              <a:gd name="connsiteX50" fmla="*/ 460024 w 860267"/>
              <a:gd name="connsiteY50" fmla="*/ 145855 h 185242"/>
              <a:gd name="connsiteX51" fmla="*/ 460024 w 860267"/>
              <a:gd name="connsiteY51" fmla="*/ 130674 h 185242"/>
              <a:gd name="connsiteX52" fmla="*/ 432125 w 860267"/>
              <a:gd name="connsiteY52" fmla="*/ 130674 h 185242"/>
              <a:gd name="connsiteX53" fmla="*/ 432125 w 860267"/>
              <a:gd name="connsiteY53" fmla="*/ 61132 h 185242"/>
              <a:gd name="connsiteX54" fmla="*/ 460024 w 860267"/>
              <a:gd name="connsiteY54" fmla="*/ 61132 h 185242"/>
              <a:gd name="connsiteX55" fmla="*/ 460024 w 860267"/>
              <a:gd name="connsiteY55" fmla="*/ 45951 h 185242"/>
              <a:gd name="connsiteX56" fmla="*/ 432125 w 860267"/>
              <a:gd name="connsiteY56" fmla="*/ 45951 h 185242"/>
              <a:gd name="connsiteX57" fmla="*/ 432125 w 860267"/>
              <a:gd name="connsiteY57" fmla="*/ 18463 h 185242"/>
              <a:gd name="connsiteX58" fmla="*/ 568345 w 860267"/>
              <a:gd name="connsiteY58" fmla="*/ 91493 h 185242"/>
              <a:gd name="connsiteX59" fmla="*/ 568345 w 860267"/>
              <a:gd name="connsiteY59" fmla="*/ 101134 h 185242"/>
              <a:gd name="connsiteX60" fmla="*/ 486905 w 860267"/>
              <a:gd name="connsiteY60" fmla="*/ 101134 h 185242"/>
              <a:gd name="connsiteX61" fmla="*/ 520958 w 860267"/>
              <a:gd name="connsiteY61" fmla="*/ 133137 h 185242"/>
              <a:gd name="connsiteX62" fmla="*/ 552344 w 860267"/>
              <a:gd name="connsiteY62" fmla="*/ 115495 h 185242"/>
              <a:gd name="connsiteX63" fmla="*/ 566089 w 860267"/>
              <a:gd name="connsiteY63" fmla="*/ 124316 h 185242"/>
              <a:gd name="connsiteX64" fmla="*/ 520753 w 860267"/>
              <a:gd name="connsiteY64" fmla="*/ 148111 h 185242"/>
              <a:gd name="connsiteX65" fmla="*/ 470287 w 860267"/>
              <a:gd name="connsiteY65" fmla="*/ 96006 h 185242"/>
              <a:gd name="connsiteX66" fmla="*/ 519726 w 860267"/>
              <a:gd name="connsiteY66" fmla="*/ 43899 h 185242"/>
              <a:gd name="connsiteX67" fmla="*/ 568345 w 860267"/>
              <a:gd name="connsiteY67" fmla="*/ 91493 h 185242"/>
              <a:gd name="connsiteX68" fmla="*/ 552138 w 860267"/>
              <a:gd name="connsiteY68" fmla="*/ 87596 h 185242"/>
              <a:gd name="connsiteX69" fmla="*/ 519726 w 860267"/>
              <a:gd name="connsiteY69" fmla="*/ 58671 h 185242"/>
              <a:gd name="connsiteX70" fmla="*/ 486905 w 860267"/>
              <a:gd name="connsiteY70" fmla="*/ 87596 h 185242"/>
              <a:gd name="connsiteX71" fmla="*/ 552138 w 860267"/>
              <a:gd name="connsiteY71" fmla="*/ 87596 h 185242"/>
              <a:gd name="connsiteX72" fmla="*/ 663962 w 860267"/>
              <a:gd name="connsiteY72" fmla="*/ 45951 h 185242"/>
              <a:gd name="connsiteX73" fmla="*/ 679963 w 860267"/>
              <a:gd name="connsiteY73" fmla="*/ 45951 h 185242"/>
              <a:gd name="connsiteX74" fmla="*/ 679963 w 860267"/>
              <a:gd name="connsiteY74" fmla="*/ 150163 h 185242"/>
              <a:gd name="connsiteX75" fmla="*/ 646321 w 860267"/>
              <a:gd name="connsiteY75" fmla="*/ 185243 h 185242"/>
              <a:gd name="connsiteX76" fmla="*/ 597702 w 860267"/>
              <a:gd name="connsiteY76" fmla="*/ 185243 h 185242"/>
              <a:gd name="connsiteX77" fmla="*/ 597702 w 860267"/>
              <a:gd name="connsiteY77" fmla="*/ 170062 h 185242"/>
              <a:gd name="connsiteX78" fmla="*/ 663552 w 860267"/>
              <a:gd name="connsiteY78" fmla="*/ 170062 h 185242"/>
              <a:gd name="connsiteX79" fmla="*/ 663552 w 860267"/>
              <a:gd name="connsiteY79" fmla="*/ 126983 h 185242"/>
              <a:gd name="connsiteX80" fmla="*/ 661296 w 860267"/>
              <a:gd name="connsiteY80" fmla="*/ 126983 h 185242"/>
              <a:gd name="connsiteX81" fmla="*/ 628473 w 860267"/>
              <a:gd name="connsiteY81" fmla="*/ 144009 h 185242"/>
              <a:gd name="connsiteX82" fmla="*/ 582112 w 860267"/>
              <a:gd name="connsiteY82" fmla="*/ 93750 h 185242"/>
              <a:gd name="connsiteX83" fmla="*/ 628473 w 860267"/>
              <a:gd name="connsiteY83" fmla="*/ 43695 h 185242"/>
              <a:gd name="connsiteX84" fmla="*/ 661706 w 860267"/>
              <a:gd name="connsiteY84" fmla="*/ 61338 h 185242"/>
              <a:gd name="connsiteX85" fmla="*/ 663962 w 860267"/>
              <a:gd name="connsiteY85" fmla="*/ 61338 h 185242"/>
              <a:gd name="connsiteX86" fmla="*/ 663962 w 860267"/>
              <a:gd name="connsiteY86" fmla="*/ 45951 h 185242"/>
              <a:gd name="connsiteX87" fmla="*/ 663758 w 860267"/>
              <a:gd name="connsiteY87" fmla="*/ 93750 h 185242"/>
              <a:gd name="connsiteX88" fmla="*/ 631756 w 860267"/>
              <a:gd name="connsiteY88" fmla="*/ 58875 h 185242"/>
              <a:gd name="connsiteX89" fmla="*/ 598934 w 860267"/>
              <a:gd name="connsiteY89" fmla="*/ 93750 h 185242"/>
              <a:gd name="connsiteX90" fmla="*/ 631756 w 860267"/>
              <a:gd name="connsiteY90" fmla="*/ 128828 h 185242"/>
              <a:gd name="connsiteX91" fmla="*/ 663758 w 860267"/>
              <a:gd name="connsiteY91" fmla="*/ 93750 h 185242"/>
              <a:gd name="connsiteX92" fmla="*/ 860267 w 860267"/>
              <a:gd name="connsiteY92" fmla="*/ 130674 h 185242"/>
              <a:gd name="connsiteX93" fmla="*/ 860267 w 860267"/>
              <a:gd name="connsiteY93" fmla="*/ 145855 h 185242"/>
              <a:gd name="connsiteX94" fmla="*/ 849599 w 860267"/>
              <a:gd name="connsiteY94" fmla="*/ 145855 h 185242"/>
              <a:gd name="connsiteX95" fmla="*/ 832368 w 860267"/>
              <a:gd name="connsiteY95" fmla="*/ 128624 h 185242"/>
              <a:gd name="connsiteX96" fmla="*/ 832368 w 860267"/>
              <a:gd name="connsiteY96" fmla="*/ 127598 h 185242"/>
              <a:gd name="connsiteX97" fmla="*/ 830930 w 860267"/>
              <a:gd name="connsiteY97" fmla="*/ 127598 h 185242"/>
              <a:gd name="connsiteX98" fmla="*/ 796058 w 860267"/>
              <a:gd name="connsiteY98" fmla="*/ 148112 h 185242"/>
              <a:gd name="connsiteX99" fmla="*/ 765492 w 860267"/>
              <a:gd name="connsiteY99" fmla="*/ 119597 h 185242"/>
              <a:gd name="connsiteX100" fmla="*/ 802623 w 860267"/>
              <a:gd name="connsiteY100" fmla="*/ 88211 h 185242"/>
              <a:gd name="connsiteX101" fmla="*/ 831751 w 860267"/>
              <a:gd name="connsiteY101" fmla="*/ 85544 h 185242"/>
              <a:gd name="connsiteX102" fmla="*/ 831751 w 860267"/>
              <a:gd name="connsiteY102" fmla="*/ 81236 h 185242"/>
              <a:gd name="connsiteX103" fmla="*/ 808981 w 860267"/>
              <a:gd name="connsiteY103" fmla="*/ 58671 h 185242"/>
              <a:gd name="connsiteX104" fmla="*/ 781082 w 860267"/>
              <a:gd name="connsiteY104" fmla="*/ 76723 h 185242"/>
              <a:gd name="connsiteX105" fmla="*/ 766927 w 860267"/>
              <a:gd name="connsiteY105" fmla="*/ 68722 h 185242"/>
              <a:gd name="connsiteX106" fmla="*/ 808777 w 860267"/>
              <a:gd name="connsiteY106" fmla="*/ 43899 h 185242"/>
              <a:gd name="connsiteX107" fmla="*/ 848164 w 860267"/>
              <a:gd name="connsiteY107" fmla="*/ 81030 h 185242"/>
              <a:gd name="connsiteX108" fmla="*/ 848164 w 860267"/>
              <a:gd name="connsiteY108" fmla="*/ 130674 h 185242"/>
              <a:gd name="connsiteX109" fmla="*/ 860267 w 860267"/>
              <a:gd name="connsiteY109" fmla="*/ 130674 h 185242"/>
              <a:gd name="connsiteX110" fmla="*/ 831751 w 860267"/>
              <a:gd name="connsiteY110" fmla="*/ 98878 h 185242"/>
              <a:gd name="connsiteX111" fmla="*/ 803853 w 860267"/>
              <a:gd name="connsiteY111" fmla="*/ 101545 h 185242"/>
              <a:gd name="connsiteX112" fmla="*/ 782108 w 860267"/>
              <a:gd name="connsiteY112" fmla="*/ 118571 h 185242"/>
              <a:gd name="connsiteX113" fmla="*/ 801392 w 860267"/>
              <a:gd name="connsiteY113" fmla="*/ 133342 h 185242"/>
              <a:gd name="connsiteX114" fmla="*/ 831751 w 860267"/>
              <a:gd name="connsiteY114" fmla="*/ 106057 h 185242"/>
              <a:gd name="connsiteX115" fmla="*/ 831751 w 860267"/>
              <a:gd name="connsiteY115" fmla="*/ 98878 h 18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860267" h="185242">
                <a:moveTo>
                  <a:pt x="741919" y="45951"/>
                </a:moveTo>
                <a:lnTo>
                  <a:pt x="755868" y="45951"/>
                </a:lnTo>
                <a:lnTo>
                  <a:pt x="755868" y="62158"/>
                </a:lnTo>
                <a:lnTo>
                  <a:pt x="742125" y="62158"/>
                </a:lnTo>
                <a:cubicBezTo>
                  <a:pt x="725507" y="62158"/>
                  <a:pt x="718121" y="69337"/>
                  <a:pt x="718121" y="82877"/>
                </a:cubicBezTo>
                <a:lnTo>
                  <a:pt x="718121" y="145855"/>
                </a:lnTo>
                <a:lnTo>
                  <a:pt x="701711" y="145855"/>
                </a:lnTo>
                <a:lnTo>
                  <a:pt x="701711" y="45951"/>
                </a:lnTo>
                <a:lnTo>
                  <a:pt x="716891" y="45951"/>
                </a:lnTo>
                <a:lnTo>
                  <a:pt x="716891" y="61747"/>
                </a:lnTo>
                <a:lnTo>
                  <a:pt x="718738" y="61747"/>
                </a:lnTo>
                <a:cubicBezTo>
                  <a:pt x="722021" y="52516"/>
                  <a:pt x="728380" y="45951"/>
                  <a:pt x="741919" y="45951"/>
                </a:cubicBezTo>
                <a:close/>
                <a:moveTo>
                  <a:pt x="70184" y="2566"/>
                </a:moveTo>
                <a:cubicBezTo>
                  <a:pt x="70184" y="27439"/>
                  <a:pt x="66093" y="52309"/>
                  <a:pt x="60157" y="74182"/>
                </a:cubicBezTo>
                <a:lnTo>
                  <a:pt x="140367" y="74182"/>
                </a:lnTo>
                <a:cubicBezTo>
                  <a:pt x="134432" y="52309"/>
                  <a:pt x="130341" y="27439"/>
                  <a:pt x="130341" y="2566"/>
                </a:cubicBezTo>
                <a:lnTo>
                  <a:pt x="70184" y="2566"/>
                </a:lnTo>
                <a:close/>
                <a:moveTo>
                  <a:pt x="0" y="145798"/>
                </a:moveTo>
                <a:cubicBezTo>
                  <a:pt x="28895" y="145798"/>
                  <a:pt x="49004" y="115287"/>
                  <a:pt x="60157" y="74182"/>
                </a:cubicBezTo>
                <a:lnTo>
                  <a:pt x="0" y="74182"/>
                </a:lnTo>
                <a:lnTo>
                  <a:pt x="0" y="145798"/>
                </a:lnTo>
                <a:close/>
                <a:moveTo>
                  <a:pt x="200525" y="145798"/>
                </a:moveTo>
                <a:lnTo>
                  <a:pt x="200525" y="74182"/>
                </a:lnTo>
                <a:lnTo>
                  <a:pt x="140367" y="74182"/>
                </a:lnTo>
                <a:cubicBezTo>
                  <a:pt x="151521" y="115287"/>
                  <a:pt x="171630" y="145798"/>
                  <a:pt x="200525" y="145798"/>
                </a:cubicBezTo>
                <a:close/>
                <a:moveTo>
                  <a:pt x="343323" y="65235"/>
                </a:moveTo>
                <a:lnTo>
                  <a:pt x="318912" y="60927"/>
                </a:lnTo>
                <a:cubicBezTo>
                  <a:pt x="298398" y="57234"/>
                  <a:pt x="291013" y="49029"/>
                  <a:pt x="291013" y="38567"/>
                </a:cubicBezTo>
                <a:cubicBezTo>
                  <a:pt x="291013" y="21950"/>
                  <a:pt x="309476" y="15796"/>
                  <a:pt x="326707" y="15796"/>
                </a:cubicBezTo>
                <a:cubicBezTo>
                  <a:pt x="355018" y="15796"/>
                  <a:pt x="366505" y="30770"/>
                  <a:pt x="369378" y="43899"/>
                </a:cubicBezTo>
                <a:lnTo>
                  <a:pt x="386609" y="38156"/>
                </a:lnTo>
                <a:cubicBezTo>
                  <a:pt x="381685" y="18463"/>
                  <a:pt x="364248" y="0"/>
                  <a:pt x="326707" y="0"/>
                </a:cubicBezTo>
                <a:cubicBezTo>
                  <a:pt x="300449" y="0"/>
                  <a:pt x="273370" y="9846"/>
                  <a:pt x="273370" y="39387"/>
                </a:cubicBezTo>
                <a:cubicBezTo>
                  <a:pt x="273370" y="58671"/>
                  <a:pt x="285064" y="72209"/>
                  <a:pt x="315220" y="77749"/>
                </a:cubicBezTo>
                <a:lnTo>
                  <a:pt x="339631" y="82262"/>
                </a:lnTo>
                <a:cubicBezTo>
                  <a:pt x="363839" y="86775"/>
                  <a:pt x="370402" y="94571"/>
                  <a:pt x="370402" y="106263"/>
                </a:cubicBezTo>
                <a:cubicBezTo>
                  <a:pt x="370402" y="127393"/>
                  <a:pt x="346196" y="131906"/>
                  <a:pt x="331631" y="132111"/>
                </a:cubicBezTo>
                <a:cubicBezTo>
                  <a:pt x="299628" y="132111"/>
                  <a:pt x="288551" y="112828"/>
                  <a:pt x="285679" y="96827"/>
                </a:cubicBezTo>
                <a:lnTo>
                  <a:pt x="268243" y="102160"/>
                </a:lnTo>
                <a:cubicBezTo>
                  <a:pt x="273576" y="127804"/>
                  <a:pt x="292859" y="148112"/>
                  <a:pt x="331221" y="148112"/>
                </a:cubicBezTo>
                <a:cubicBezTo>
                  <a:pt x="357068" y="148112"/>
                  <a:pt x="387841" y="138266"/>
                  <a:pt x="387841" y="106057"/>
                </a:cubicBezTo>
                <a:cubicBezTo>
                  <a:pt x="387841" y="82877"/>
                  <a:pt x="371634" y="70157"/>
                  <a:pt x="343323" y="65235"/>
                </a:cubicBezTo>
                <a:close/>
                <a:moveTo>
                  <a:pt x="432125" y="18463"/>
                </a:moveTo>
                <a:lnTo>
                  <a:pt x="415714" y="18463"/>
                </a:lnTo>
                <a:lnTo>
                  <a:pt x="415714" y="45951"/>
                </a:lnTo>
                <a:lnTo>
                  <a:pt x="397251" y="45951"/>
                </a:lnTo>
                <a:lnTo>
                  <a:pt x="397251" y="61132"/>
                </a:lnTo>
                <a:lnTo>
                  <a:pt x="415714" y="61132"/>
                </a:lnTo>
                <a:lnTo>
                  <a:pt x="415714" y="122470"/>
                </a:lnTo>
                <a:cubicBezTo>
                  <a:pt x="415714" y="139496"/>
                  <a:pt x="422074" y="145855"/>
                  <a:pt x="439101" y="145855"/>
                </a:cubicBezTo>
                <a:lnTo>
                  <a:pt x="460024" y="145855"/>
                </a:lnTo>
                <a:lnTo>
                  <a:pt x="460024" y="130674"/>
                </a:lnTo>
                <a:lnTo>
                  <a:pt x="432125" y="130674"/>
                </a:lnTo>
                <a:lnTo>
                  <a:pt x="432125" y="61132"/>
                </a:lnTo>
                <a:lnTo>
                  <a:pt x="460024" y="61132"/>
                </a:lnTo>
                <a:lnTo>
                  <a:pt x="460024" y="45951"/>
                </a:lnTo>
                <a:lnTo>
                  <a:pt x="432125" y="45951"/>
                </a:lnTo>
                <a:lnTo>
                  <a:pt x="432125" y="18463"/>
                </a:lnTo>
                <a:close/>
                <a:moveTo>
                  <a:pt x="568345" y="91493"/>
                </a:moveTo>
                <a:lnTo>
                  <a:pt x="568345" y="101134"/>
                </a:lnTo>
                <a:lnTo>
                  <a:pt x="486905" y="101134"/>
                </a:lnTo>
                <a:cubicBezTo>
                  <a:pt x="488750" y="120212"/>
                  <a:pt x="503110" y="133137"/>
                  <a:pt x="520958" y="133137"/>
                </a:cubicBezTo>
                <a:cubicBezTo>
                  <a:pt x="535113" y="133137"/>
                  <a:pt x="546805" y="124931"/>
                  <a:pt x="552344" y="115495"/>
                </a:cubicBezTo>
                <a:lnTo>
                  <a:pt x="566089" y="124316"/>
                </a:lnTo>
                <a:cubicBezTo>
                  <a:pt x="557677" y="137445"/>
                  <a:pt x="541266" y="148111"/>
                  <a:pt x="520753" y="148111"/>
                </a:cubicBezTo>
                <a:cubicBezTo>
                  <a:pt x="490597" y="148111"/>
                  <a:pt x="470287" y="125546"/>
                  <a:pt x="470287" y="96006"/>
                </a:cubicBezTo>
                <a:cubicBezTo>
                  <a:pt x="470287" y="67081"/>
                  <a:pt x="488750" y="43899"/>
                  <a:pt x="519726" y="43899"/>
                </a:cubicBezTo>
                <a:cubicBezTo>
                  <a:pt x="550088" y="43899"/>
                  <a:pt x="568345" y="66260"/>
                  <a:pt x="568345" y="91493"/>
                </a:cubicBezTo>
                <a:close/>
                <a:moveTo>
                  <a:pt x="552138" y="87596"/>
                </a:moveTo>
                <a:cubicBezTo>
                  <a:pt x="550703" y="70157"/>
                  <a:pt x="537163" y="58671"/>
                  <a:pt x="519726" y="58671"/>
                </a:cubicBezTo>
                <a:cubicBezTo>
                  <a:pt x="503521" y="58671"/>
                  <a:pt x="488544" y="69953"/>
                  <a:pt x="486905" y="87596"/>
                </a:cubicBezTo>
                <a:lnTo>
                  <a:pt x="552138" y="87596"/>
                </a:lnTo>
                <a:close/>
                <a:moveTo>
                  <a:pt x="663962" y="45951"/>
                </a:moveTo>
                <a:lnTo>
                  <a:pt x="679963" y="45951"/>
                </a:lnTo>
                <a:lnTo>
                  <a:pt x="679963" y="150163"/>
                </a:lnTo>
                <a:cubicBezTo>
                  <a:pt x="679963" y="175806"/>
                  <a:pt x="671962" y="185243"/>
                  <a:pt x="646321" y="185243"/>
                </a:cubicBezTo>
                <a:lnTo>
                  <a:pt x="597702" y="185243"/>
                </a:lnTo>
                <a:lnTo>
                  <a:pt x="597702" y="170062"/>
                </a:lnTo>
                <a:lnTo>
                  <a:pt x="663552" y="170062"/>
                </a:lnTo>
                <a:lnTo>
                  <a:pt x="663552" y="126983"/>
                </a:lnTo>
                <a:lnTo>
                  <a:pt x="661296" y="126983"/>
                </a:lnTo>
                <a:cubicBezTo>
                  <a:pt x="654320" y="137445"/>
                  <a:pt x="643857" y="144009"/>
                  <a:pt x="628473" y="144009"/>
                </a:cubicBezTo>
                <a:cubicBezTo>
                  <a:pt x="602421" y="144009"/>
                  <a:pt x="582112" y="124931"/>
                  <a:pt x="582112" y="93750"/>
                </a:cubicBezTo>
                <a:cubicBezTo>
                  <a:pt x="582112" y="62568"/>
                  <a:pt x="602421" y="43695"/>
                  <a:pt x="628473" y="43695"/>
                </a:cubicBezTo>
                <a:cubicBezTo>
                  <a:pt x="643857" y="43695"/>
                  <a:pt x="654731" y="50670"/>
                  <a:pt x="661706" y="61338"/>
                </a:cubicBezTo>
                <a:lnTo>
                  <a:pt x="663962" y="61338"/>
                </a:lnTo>
                <a:lnTo>
                  <a:pt x="663962" y="45951"/>
                </a:lnTo>
                <a:close/>
                <a:moveTo>
                  <a:pt x="663758" y="93750"/>
                </a:moveTo>
                <a:cubicBezTo>
                  <a:pt x="663758" y="68312"/>
                  <a:pt x="647962" y="58875"/>
                  <a:pt x="631756" y="58875"/>
                </a:cubicBezTo>
                <a:cubicBezTo>
                  <a:pt x="615550" y="58875"/>
                  <a:pt x="598934" y="68516"/>
                  <a:pt x="598934" y="93750"/>
                </a:cubicBezTo>
                <a:cubicBezTo>
                  <a:pt x="598934" y="118982"/>
                  <a:pt x="615550" y="128828"/>
                  <a:pt x="631756" y="128828"/>
                </a:cubicBezTo>
                <a:cubicBezTo>
                  <a:pt x="647962" y="128828"/>
                  <a:pt x="663758" y="119186"/>
                  <a:pt x="663758" y="93750"/>
                </a:cubicBezTo>
                <a:close/>
                <a:moveTo>
                  <a:pt x="860267" y="130674"/>
                </a:moveTo>
                <a:lnTo>
                  <a:pt x="860267" y="145855"/>
                </a:lnTo>
                <a:lnTo>
                  <a:pt x="849599" y="145855"/>
                </a:lnTo>
                <a:cubicBezTo>
                  <a:pt x="838727" y="145855"/>
                  <a:pt x="832368" y="139496"/>
                  <a:pt x="832368" y="128624"/>
                </a:cubicBezTo>
                <a:lnTo>
                  <a:pt x="832368" y="127598"/>
                </a:lnTo>
                <a:lnTo>
                  <a:pt x="830930" y="127598"/>
                </a:lnTo>
                <a:cubicBezTo>
                  <a:pt x="824573" y="140522"/>
                  <a:pt x="811648" y="148112"/>
                  <a:pt x="796058" y="148112"/>
                </a:cubicBezTo>
                <a:cubicBezTo>
                  <a:pt x="776365" y="148112"/>
                  <a:pt x="765492" y="135599"/>
                  <a:pt x="765492" y="119597"/>
                </a:cubicBezTo>
                <a:cubicBezTo>
                  <a:pt x="765492" y="100109"/>
                  <a:pt x="781493" y="90057"/>
                  <a:pt x="802623" y="88211"/>
                </a:cubicBezTo>
                <a:lnTo>
                  <a:pt x="831751" y="85544"/>
                </a:lnTo>
                <a:lnTo>
                  <a:pt x="831751" y="81236"/>
                </a:lnTo>
                <a:cubicBezTo>
                  <a:pt x="831751" y="65029"/>
                  <a:pt x="823341" y="58671"/>
                  <a:pt x="808981" y="58671"/>
                </a:cubicBezTo>
                <a:cubicBezTo>
                  <a:pt x="794417" y="58671"/>
                  <a:pt x="784981" y="65645"/>
                  <a:pt x="781082" y="76723"/>
                </a:cubicBezTo>
                <a:lnTo>
                  <a:pt x="766927" y="68722"/>
                </a:lnTo>
                <a:cubicBezTo>
                  <a:pt x="773081" y="53541"/>
                  <a:pt x="788467" y="43899"/>
                  <a:pt x="808777" y="43899"/>
                </a:cubicBezTo>
                <a:cubicBezTo>
                  <a:pt x="832983" y="43899"/>
                  <a:pt x="848164" y="56824"/>
                  <a:pt x="848164" y="81030"/>
                </a:cubicBezTo>
                <a:lnTo>
                  <a:pt x="848164" y="130674"/>
                </a:lnTo>
                <a:lnTo>
                  <a:pt x="860267" y="130674"/>
                </a:lnTo>
                <a:close/>
                <a:moveTo>
                  <a:pt x="831751" y="98878"/>
                </a:moveTo>
                <a:lnTo>
                  <a:pt x="803853" y="101545"/>
                </a:lnTo>
                <a:cubicBezTo>
                  <a:pt x="790314" y="102775"/>
                  <a:pt x="782108" y="108724"/>
                  <a:pt x="782108" y="118571"/>
                </a:cubicBezTo>
                <a:cubicBezTo>
                  <a:pt x="782108" y="129239"/>
                  <a:pt x="791544" y="133342"/>
                  <a:pt x="801392" y="133342"/>
                </a:cubicBezTo>
                <a:cubicBezTo>
                  <a:pt x="815135" y="133342"/>
                  <a:pt x="831751" y="125137"/>
                  <a:pt x="831751" y="106057"/>
                </a:cubicBezTo>
                <a:lnTo>
                  <a:pt x="831751" y="98878"/>
                </a:lnTo>
                <a:close/>
              </a:path>
            </a:pathLst>
          </a:custGeom>
          <a:solidFill>
            <a:srgbClr val="000000"/>
          </a:solidFill>
          <a:ln w="1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307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w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138A1A8-B868-6177-DD09-1E8C7A582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1" y="2085972"/>
            <a:ext cx="5651441" cy="26434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B425844-C4AE-0599-355A-433EAFD64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4801" y="2085974"/>
            <a:ext cx="5646838" cy="264346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3200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Headline1">
            <a:extLst>
              <a:ext uri="{FF2B5EF4-FFF2-40B4-BE49-F238E27FC236}">
                <a16:creationId xmlns:a16="http://schemas.microsoft.com/office/drawing/2014/main" id="{540D0DEE-7D8A-AF87-6FC2-10D8EEA251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774" y="1849438"/>
            <a:ext cx="56520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F3996C59-D87A-7251-E2D0-59696CA446B6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540000" y="2236483"/>
            <a:ext cx="5281200" cy="231303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A287D60-F330-951E-029C-9D2DA384BD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4826957"/>
            <a:ext cx="5652000" cy="745168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Headline2">
            <a:extLst>
              <a:ext uri="{FF2B5EF4-FFF2-40B4-BE49-F238E27FC236}">
                <a16:creationId xmlns:a16="http://schemas.microsoft.com/office/drawing/2014/main" id="{B1377A73-4CE9-3E23-F8F7-3DE4866063E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4800" y="1849438"/>
            <a:ext cx="5648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DADDD2E0-6B62-6FBF-9DC6-146503F1065A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6371075" y="2236485"/>
            <a:ext cx="5281200" cy="231303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03166FD-D891-18D3-A333-3AE033A578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800" y="4827588"/>
            <a:ext cx="5648400" cy="744537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E5455-5132-4AB9-41DE-0A9E66DD27DB}"/>
              </a:ext>
            </a:extLst>
          </p:cNvPr>
          <p:cNvSpPr>
            <a:spLocks noGrp="1"/>
          </p:cNvSpPr>
          <p:nvPr>
            <p:ph type="subTitle" idx="20" hasCustomPrompt="1"/>
          </p:nvPr>
        </p:nvSpPr>
        <p:spPr>
          <a:xfrm>
            <a:off x="1583634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30B2C-E65C-59E0-AABE-DAB38539861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8BB0D-C625-3620-7DBC-C58BB746E21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059385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s w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5041EA7-EA27-936B-1897-0A7FCC0C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1" y="2085974"/>
            <a:ext cx="3703769" cy="264346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326A9A-4A2E-E894-C002-F45469B11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4400" y="2085976"/>
            <a:ext cx="3703769" cy="264346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9E9878-E6E9-6426-CED1-7975469DC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6000" y="2085976"/>
            <a:ext cx="3695633" cy="2643461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286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Headline1">
            <a:extLst>
              <a:ext uri="{FF2B5EF4-FFF2-40B4-BE49-F238E27FC236}">
                <a16:creationId xmlns:a16="http://schemas.microsoft.com/office/drawing/2014/main" id="{E43F43C3-E270-327F-532A-038B937389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774" y="1849438"/>
            <a:ext cx="3704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F3996C59-D87A-7251-E2D0-59696CA446B6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540000" y="2236485"/>
            <a:ext cx="3340800" cy="2313028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A287D60-F330-951E-029C-9D2DA384BD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4" y="4826957"/>
            <a:ext cx="3704400" cy="745168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Headline2">
            <a:extLst>
              <a:ext uri="{FF2B5EF4-FFF2-40B4-BE49-F238E27FC236}">
                <a16:creationId xmlns:a16="http://schemas.microsoft.com/office/drawing/2014/main" id="{744FEB57-2FFC-8EE9-952A-C622F832E0D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44400" y="1849438"/>
            <a:ext cx="3704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DADDD2E0-6B62-6FBF-9DC6-146503F1065A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431441" y="2236487"/>
            <a:ext cx="3340800" cy="2313028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03166FD-D891-18D3-A333-3AE033A578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44400" y="4827588"/>
            <a:ext cx="3704400" cy="744537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Headline3">
            <a:extLst>
              <a:ext uri="{FF2B5EF4-FFF2-40B4-BE49-F238E27FC236}">
                <a16:creationId xmlns:a16="http://schemas.microsoft.com/office/drawing/2014/main" id="{7FA4A748-8E13-38FA-7951-2E92C130508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35999" y="1849438"/>
            <a:ext cx="36972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9" name="Chart Placeholder 4">
            <a:extLst>
              <a:ext uri="{FF2B5EF4-FFF2-40B4-BE49-F238E27FC236}">
                <a16:creationId xmlns:a16="http://schemas.microsoft.com/office/drawing/2014/main" id="{A782D23D-306B-31DF-D182-5F58652ADB6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8305200" y="2236487"/>
            <a:ext cx="3340800" cy="2313028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9397399C-CCB6-BBFD-DE11-724DB808BF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36000" y="4827588"/>
            <a:ext cx="3695633" cy="744537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97BE1-E1FD-46EC-E06A-EBEC19F3125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E48F11D-73F7-812B-4B73-9A1428485FB8}"/>
              </a:ext>
            </a:extLst>
          </p:cNvPr>
          <p:cNvSpPr>
            <a:spLocks noGrp="1"/>
          </p:cNvSpPr>
          <p:nvPr>
            <p:ph type="subTitle" idx="23" hasCustomPrompt="1"/>
          </p:nvPr>
        </p:nvSpPr>
        <p:spPr>
          <a:xfrm>
            <a:off x="1583634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D5B4A1-036C-F5A6-2F8F-67A63617947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562975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harts w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CBF9CD61-7129-C91A-2813-8F01FA2F1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2085973"/>
            <a:ext cx="2732400" cy="1883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225654-DB77-4F46-AF3F-CAEBF6D30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400" y="2085974"/>
            <a:ext cx="2732400" cy="18833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7BAE402-BD16-B802-6081-BBCB72FDB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4800" y="2085974"/>
            <a:ext cx="2732400" cy="18833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C2CB557-9DDE-DBB6-8ECE-8617A368B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8000" y="2085975"/>
            <a:ext cx="2725200" cy="187833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358775"/>
            <a:ext cx="11473200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0955DC8-A2C7-4ABC-1164-33EBE9D76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7" name="Headline1">
            <a:extLst>
              <a:ext uri="{FF2B5EF4-FFF2-40B4-BE49-F238E27FC236}">
                <a16:creationId xmlns:a16="http://schemas.microsoft.com/office/drawing/2014/main" id="{E748C895-A90F-84E7-A334-70FC38128F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775" y="1849438"/>
            <a:ext cx="2733675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F3996C59-D87A-7251-E2D0-59696CA446B6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540000" y="2235600"/>
            <a:ext cx="2361600" cy="158979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A287D60-F330-951E-029C-9D2DA384BD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6" y="4081786"/>
            <a:ext cx="2733674" cy="1490339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Headline2">
            <a:extLst>
              <a:ext uri="{FF2B5EF4-FFF2-40B4-BE49-F238E27FC236}">
                <a16:creationId xmlns:a16="http://schemas.microsoft.com/office/drawing/2014/main" id="{63D24AEC-CA59-1652-C8BF-0DCFB4FDE1E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2400" y="1849438"/>
            <a:ext cx="2733675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DADDD2E0-6B62-6FBF-9DC6-146503F1065A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3456000" y="2235600"/>
            <a:ext cx="2361600" cy="158979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03166FD-D891-18D3-A333-3AE033A578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2400" y="4083050"/>
            <a:ext cx="2732400" cy="1489075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Headline3">
            <a:extLst>
              <a:ext uri="{FF2B5EF4-FFF2-40B4-BE49-F238E27FC236}">
                <a16:creationId xmlns:a16="http://schemas.microsoft.com/office/drawing/2014/main" id="{AFA557E9-8FA0-C983-329D-3FF0924A43D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84800" y="1849438"/>
            <a:ext cx="2733675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9" name="Chart Placeholder 4">
            <a:extLst>
              <a:ext uri="{FF2B5EF4-FFF2-40B4-BE49-F238E27FC236}">
                <a16:creationId xmlns:a16="http://schemas.microsoft.com/office/drawing/2014/main" id="{A782D23D-306B-31DF-D182-5F58652ADB6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6372000" y="2235600"/>
            <a:ext cx="2361600" cy="158979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9397399C-CCB6-BBFD-DE11-724DB808BF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800" y="4083050"/>
            <a:ext cx="2732400" cy="1489075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Headline4">
            <a:extLst>
              <a:ext uri="{FF2B5EF4-FFF2-40B4-BE49-F238E27FC236}">
                <a16:creationId xmlns:a16="http://schemas.microsoft.com/office/drawing/2014/main" id="{263A4DD4-041F-6F23-19FF-1A123D086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08000" y="1849438"/>
            <a:ext cx="27252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1" name="Chart Placeholder 4">
            <a:extLst>
              <a:ext uri="{FF2B5EF4-FFF2-40B4-BE49-F238E27FC236}">
                <a16:creationId xmlns:a16="http://schemas.microsoft.com/office/drawing/2014/main" id="{90B25710-018A-45FF-C4BC-D830D0F6CAE0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9288000" y="2235600"/>
            <a:ext cx="2361600" cy="158979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2E811D8F-5F72-991D-39A1-3C1942C158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08000" y="4083050"/>
            <a:ext cx="2725200" cy="1489075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CBD02-61DA-87F1-79EE-88861B6B1B8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426DBEA-F14E-FEFB-CBA1-976C75861E17}"/>
              </a:ext>
            </a:extLst>
          </p:cNvPr>
          <p:cNvSpPr>
            <a:spLocks noGrp="1"/>
          </p:cNvSpPr>
          <p:nvPr>
            <p:ph type="subTitle" idx="24" hasCustomPrompt="1"/>
          </p:nvPr>
        </p:nvSpPr>
        <p:spPr>
          <a:xfrm>
            <a:off x="1583634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87B22-0FA4-7608-EBB3-781AA81BB89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135719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FAC6D0-EBBF-724C-643A-76D241A1B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84800" y="2085973"/>
            <a:ext cx="5646833" cy="1885781"/>
          </a:xfrm>
          <a:prstGeom prst="roundRect">
            <a:avLst>
              <a:gd name="adj" fmla="val 425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149F009-9E64-BC9E-6F99-90B0F565D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0000" y="2084400"/>
            <a:ext cx="5652000" cy="1885781"/>
          </a:xfrm>
          <a:prstGeom prst="roundRect">
            <a:avLst>
              <a:gd name="adj" fmla="val 425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854F4-8C02-2547-FE1B-49BE9398E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0000" y="4332792"/>
            <a:ext cx="5652000" cy="1831471"/>
          </a:xfrm>
          <a:prstGeom prst="roundRect">
            <a:avLst>
              <a:gd name="adj" fmla="val 425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12A2E5-340F-71D8-D262-5841976B7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84800" y="4332792"/>
            <a:ext cx="5646838" cy="1831471"/>
          </a:xfrm>
          <a:prstGeom prst="roundRect">
            <a:avLst>
              <a:gd name="adj" fmla="val 425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358775"/>
            <a:ext cx="11473200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FC7F629B-18C2-932D-E04D-A14363AC00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7" name="Headline1">
            <a:extLst>
              <a:ext uri="{FF2B5EF4-FFF2-40B4-BE49-F238E27FC236}">
                <a16:creationId xmlns:a16="http://schemas.microsoft.com/office/drawing/2014/main" id="{E748C895-A90F-84E7-A334-70FC38128F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774" y="1849438"/>
            <a:ext cx="56520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F3996C59-D87A-7251-E2D0-59696CA446B6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540000" y="2257200"/>
            <a:ext cx="5281200" cy="154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4" name="Headline2">
            <a:extLst>
              <a:ext uri="{FF2B5EF4-FFF2-40B4-BE49-F238E27FC236}">
                <a16:creationId xmlns:a16="http://schemas.microsoft.com/office/drawing/2014/main" id="{63D24AEC-CA59-1652-C8BF-0DCFB4FDE1E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4800" y="1849438"/>
            <a:ext cx="5648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DADDD2E0-6B62-6FBF-9DC6-146503F1065A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6372975" y="2257200"/>
            <a:ext cx="5281200" cy="154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5" name="Headline3">
            <a:extLst>
              <a:ext uri="{FF2B5EF4-FFF2-40B4-BE49-F238E27FC236}">
                <a16:creationId xmlns:a16="http://schemas.microsoft.com/office/drawing/2014/main" id="{AFA557E9-8FA0-C983-329D-3FF0924A43D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0000" y="4094057"/>
            <a:ext cx="56520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9" name="Chart Placeholder 4">
            <a:extLst>
              <a:ext uri="{FF2B5EF4-FFF2-40B4-BE49-F238E27FC236}">
                <a16:creationId xmlns:a16="http://schemas.microsoft.com/office/drawing/2014/main" id="{A782D23D-306B-31DF-D182-5F58652ADB6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40000" y="4508880"/>
            <a:ext cx="5281200" cy="154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6" name="Headline4">
            <a:extLst>
              <a:ext uri="{FF2B5EF4-FFF2-40B4-BE49-F238E27FC236}">
                <a16:creationId xmlns:a16="http://schemas.microsoft.com/office/drawing/2014/main" id="{263A4DD4-041F-6F23-19FF-1A123D086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84800" y="4094057"/>
            <a:ext cx="5648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1" name="Chart Placeholder 4">
            <a:extLst>
              <a:ext uri="{FF2B5EF4-FFF2-40B4-BE49-F238E27FC236}">
                <a16:creationId xmlns:a16="http://schemas.microsoft.com/office/drawing/2014/main" id="{90B25710-018A-45FF-C4BC-D830D0F6CAE0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372000" y="4508880"/>
            <a:ext cx="5281200" cy="154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CBD02-61DA-87F1-79EE-88861B6B1B8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426DBEA-F14E-FEFB-CBA1-976C75861E17}"/>
              </a:ext>
            </a:extLst>
          </p:cNvPr>
          <p:cNvSpPr>
            <a:spLocks noGrp="1"/>
          </p:cNvSpPr>
          <p:nvPr>
            <p:ph type="subTitle" idx="24" hasCustomPrompt="1"/>
          </p:nvPr>
        </p:nvSpPr>
        <p:spPr>
          <a:xfrm>
            <a:off x="1583634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87B22-0FA4-7608-EBB3-781AA81BB89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47593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raphic 17">
            <a:extLst>
              <a:ext uri="{FF2B5EF4-FFF2-40B4-BE49-F238E27FC236}">
                <a16:creationId xmlns:a16="http://schemas.microsoft.com/office/drawing/2014/main" id="{A2400BB9-6C9A-DC25-6248-25D9963B3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84800" y="2084400"/>
            <a:ext cx="5646833" cy="4078288"/>
          </a:xfrm>
          <a:custGeom>
            <a:avLst/>
            <a:gdLst>
              <a:gd name="connsiteX0" fmla="*/ 5575300 w 5651500"/>
              <a:gd name="connsiteY0" fmla="*/ 0 h 4121150"/>
              <a:gd name="connsiteX1" fmla="*/ 5651500 w 5651500"/>
              <a:gd name="connsiteY1" fmla="*/ 76200 h 4121150"/>
              <a:gd name="connsiteX2" fmla="*/ 5651500 w 5651500"/>
              <a:gd name="connsiteY2" fmla="*/ 4044950 h 4121150"/>
              <a:gd name="connsiteX3" fmla="*/ 5575300 w 5651500"/>
              <a:gd name="connsiteY3" fmla="*/ 4121150 h 4121150"/>
              <a:gd name="connsiteX4" fmla="*/ 76200 w 5651500"/>
              <a:gd name="connsiteY4" fmla="*/ 4121150 h 4121150"/>
              <a:gd name="connsiteX5" fmla="*/ 0 w 5651500"/>
              <a:gd name="connsiteY5" fmla="*/ 4044950 h 4121150"/>
              <a:gd name="connsiteX6" fmla="*/ 0 w 5651500"/>
              <a:gd name="connsiteY6" fmla="*/ 76200 h 4121150"/>
              <a:gd name="connsiteX7" fmla="*/ 76200 w 5651500"/>
              <a:gd name="connsiteY7" fmla="*/ 0 h 412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51500" h="4121150">
                <a:moveTo>
                  <a:pt x="5575300" y="0"/>
                </a:moveTo>
                <a:cubicBezTo>
                  <a:pt x="5617385" y="0"/>
                  <a:pt x="5651500" y="34116"/>
                  <a:pt x="5651500" y="76200"/>
                </a:cubicBezTo>
                <a:lnTo>
                  <a:pt x="5651500" y="4044950"/>
                </a:lnTo>
                <a:cubicBezTo>
                  <a:pt x="5651500" y="4087034"/>
                  <a:pt x="5617385" y="4121150"/>
                  <a:pt x="5575300" y="4121150"/>
                </a:cubicBezTo>
                <a:lnTo>
                  <a:pt x="76200" y="4121150"/>
                </a:lnTo>
                <a:cubicBezTo>
                  <a:pt x="34116" y="4121150"/>
                  <a:pt x="0" y="4087034"/>
                  <a:pt x="0" y="4044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1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7">
            <a:extLst>
              <a:ext uri="{FF2B5EF4-FFF2-40B4-BE49-F238E27FC236}">
                <a16:creationId xmlns:a16="http://schemas.microsoft.com/office/drawing/2014/main" id="{8069B801-2809-3953-AED3-09CD07362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000" y="2085975"/>
            <a:ext cx="5651500" cy="4078288"/>
          </a:xfrm>
          <a:custGeom>
            <a:avLst/>
            <a:gdLst>
              <a:gd name="connsiteX0" fmla="*/ 5575300 w 5651500"/>
              <a:gd name="connsiteY0" fmla="*/ 0 h 4121150"/>
              <a:gd name="connsiteX1" fmla="*/ 5651500 w 5651500"/>
              <a:gd name="connsiteY1" fmla="*/ 76200 h 4121150"/>
              <a:gd name="connsiteX2" fmla="*/ 5651500 w 5651500"/>
              <a:gd name="connsiteY2" fmla="*/ 4044950 h 4121150"/>
              <a:gd name="connsiteX3" fmla="*/ 5575300 w 5651500"/>
              <a:gd name="connsiteY3" fmla="*/ 4121150 h 4121150"/>
              <a:gd name="connsiteX4" fmla="*/ 76200 w 5651500"/>
              <a:gd name="connsiteY4" fmla="*/ 4121150 h 4121150"/>
              <a:gd name="connsiteX5" fmla="*/ 0 w 5651500"/>
              <a:gd name="connsiteY5" fmla="*/ 4044950 h 4121150"/>
              <a:gd name="connsiteX6" fmla="*/ 0 w 5651500"/>
              <a:gd name="connsiteY6" fmla="*/ 76200 h 4121150"/>
              <a:gd name="connsiteX7" fmla="*/ 76200 w 5651500"/>
              <a:gd name="connsiteY7" fmla="*/ 0 h 412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51500" h="4121150">
                <a:moveTo>
                  <a:pt x="5575300" y="0"/>
                </a:moveTo>
                <a:cubicBezTo>
                  <a:pt x="5617385" y="0"/>
                  <a:pt x="5651500" y="34116"/>
                  <a:pt x="5651500" y="76200"/>
                </a:cubicBezTo>
                <a:lnTo>
                  <a:pt x="5651500" y="4044950"/>
                </a:lnTo>
                <a:cubicBezTo>
                  <a:pt x="5651500" y="4087034"/>
                  <a:pt x="5617385" y="4121150"/>
                  <a:pt x="5575300" y="4121150"/>
                </a:cubicBezTo>
                <a:lnTo>
                  <a:pt x="76200" y="4121150"/>
                </a:lnTo>
                <a:cubicBezTo>
                  <a:pt x="34116" y="4121150"/>
                  <a:pt x="0" y="4087034"/>
                  <a:pt x="0" y="4044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1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3200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Headline1">
            <a:extLst>
              <a:ext uri="{FF2B5EF4-FFF2-40B4-BE49-F238E27FC236}">
                <a16:creationId xmlns:a16="http://schemas.microsoft.com/office/drawing/2014/main" id="{540D0DEE-7D8A-AF87-6FC2-10D8EEA251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774" y="1849438"/>
            <a:ext cx="56520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F3996C59-D87A-7251-E2D0-59696CA446B6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540000" y="2236482"/>
            <a:ext cx="5281200" cy="3774744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12" name="Headline2">
            <a:extLst>
              <a:ext uri="{FF2B5EF4-FFF2-40B4-BE49-F238E27FC236}">
                <a16:creationId xmlns:a16="http://schemas.microsoft.com/office/drawing/2014/main" id="{B1377A73-4CE9-3E23-F8F7-3DE4866063E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4800" y="1849438"/>
            <a:ext cx="5648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DADDD2E0-6B62-6FBF-9DC6-146503F1065A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6371075" y="2236484"/>
            <a:ext cx="5281200" cy="3774741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E5455-5132-4AB9-41DE-0A9E66DD27DB}"/>
              </a:ext>
            </a:extLst>
          </p:cNvPr>
          <p:cNvSpPr>
            <a:spLocks noGrp="1"/>
          </p:cNvSpPr>
          <p:nvPr>
            <p:ph type="subTitle" idx="20" hasCustomPrompt="1"/>
          </p:nvPr>
        </p:nvSpPr>
        <p:spPr>
          <a:xfrm>
            <a:off x="1583634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30B2C-E65C-59E0-AABE-DAB38539861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8BB0D-C625-3620-7DBC-C58BB746E21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980561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raphic 21">
            <a:extLst>
              <a:ext uri="{FF2B5EF4-FFF2-40B4-BE49-F238E27FC236}">
                <a16:creationId xmlns:a16="http://schemas.microsoft.com/office/drawing/2014/main" id="{50AFC3FE-247B-0C70-04AA-6EC650841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44400" y="2085974"/>
            <a:ext cx="3704400" cy="4078289"/>
          </a:xfrm>
          <a:custGeom>
            <a:avLst/>
            <a:gdLst>
              <a:gd name="connsiteX0" fmla="*/ 3632200 w 3708400"/>
              <a:gd name="connsiteY0" fmla="*/ 0 h 4121150"/>
              <a:gd name="connsiteX1" fmla="*/ 3708400 w 3708400"/>
              <a:gd name="connsiteY1" fmla="*/ 76200 h 4121150"/>
              <a:gd name="connsiteX2" fmla="*/ 3708400 w 3708400"/>
              <a:gd name="connsiteY2" fmla="*/ 4044950 h 4121150"/>
              <a:gd name="connsiteX3" fmla="*/ 3632200 w 3708400"/>
              <a:gd name="connsiteY3" fmla="*/ 4121150 h 4121150"/>
              <a:gd name="connsiteX4" fmla="*/ 76200 w 3708400"/>
              <a:gd name="connsiteY4" fmla="*/ 4121150 h 4121150"/>
              <a:gd name="connsiteX5" fmla="*/ 0 w 3708400"/>
              <a:gd name="connsiteY5" fmla="*/ 4044950 h 4121150"/>
              <a:gd name="connsiteX6" fmla="*/ 0 w 3708400"/>
              <a:gd name="connsiteY6" fmla="*/ 76200 h 4121150"/>
              <a:gd name="connsiteX7" fmla="*/ 76200 w 3708400"/>
              <a:gd name="connsiteY7" fmla="*/ 0 h 412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8400" h="4121150">
                <a:moveTo>
                  <a:pt x="3632200" y="0"/>
                </a:moveTo>
                <a:cubicBezTo>
                  <a:pt x="3674284" y="0"/>
                  <a:pt x="3708400" y="34116"/>
                  <a:pt x="3708400" y="76200"/>
                </a:cubicBezTo>
                <a:lnTo>
                  <a:pt x="3708400" y="4044950"/>
                </a:lnTo>
                <a:cubicBezTo>
                  <a:pt x="3708400" y="4087034"/>
                  <a:pt x="3674284" y="4121150"/>
                  <a:pt x="3632200" y="4121150"/>
                </a:cubicBezTo>
                <a:lnTo>
                  <a:pt x="76200" y="4121150"/>
                </a:lnTo>
                <a:cubicBezTo>
                  <a:pt x="34116" y="4121150"/>
                  <a:pt x="0" y="4087034"/>
                  <a:pt x="0" y="4044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1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Graphic 21">
            <a:extLst>
              <a:ext uri="{FF2B5EF4-FFF2-40B4-BE49-F238E27FC236}">
                <a16:creationId xmlns:a16="http://schemas.microsoft.com/office/drawing/2014/main" id="{FAB1D6DE-841B-EAC6-17B6-5CC714808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36000" y="2085974"/>
            <a:ext cx="3695633" cy="4078289"/>
          </a:xfrm>
          <a:custGeom>
            <a:avLst/>
            <a:gdLst>
              <a:gd name="connsiteX0" fmla="*/ 3632200 w 3708400"/>
              <a:gd name="connsiteY0" fmla="*/ 0 h 4121150"/>
              <a:gd name="connsiteX1" fmla="*/ 3708400 w 3708400"/>
              <a:gd name="connsiteY1" fmla="*/ 76200 h 4121150"/>
              <a:gd name="connsiteX2" fmla="*/ 3708400 w 3708400"/>
              <a:gd name="connsiteY2" fmla="*/ 4044950 h 4121150"/>
              <a:gd name="connsiteX3" fmla="*/ 3632200 w 3708400"/>
              <a:gd name="connsiteY3" fmla="*/ 4121150 h 4121150"/>
              <a:gd name="connsiteX4" fmla="*/ 76200 w 3708400"/>
              <a:gd name="connsiteY4" fmla="*/ 4121150 h 4121150"/>
              <a:gd name="connsiteX5" fmla="*/ 0 w 3708400"/>
              <a:gd name="connsiteY5" fmla="*/ 4044950 h 4121150"/>
              <a:gd name="connsiteX6" fmla="*/ 0 w 3708400"/>
              <a:gd name="connsiteY6" fmla="*/ 76200 h 4121150"/>
              <a:gd name="connsiteX7" fmla="*/ 76200 w 3708400"/>
              <a:gd name="connsiteY7" fmla="*/ 0 h 412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8400" h="4121150">
                <a:moveTo>
                  <a:pt x="3632200" y="0"/>
                </a:moveTo>
                <a:cubicBezTo>
                  <a:pt x="3674284" y="0"/>
                  <a:pt x="3708400" y="34116"/>
                  <a:pt x="3708400" y="76200"/>
                </a:cubicBezTo>
                <a:lnTo>
                  <a:pt x="3708400" y="4044950"/>
                </a:lnTo>
                <a:cubicBezTo>
                  <a:pt x="3708400" y="4087034"/>
                  <a:pt x="3674284" y="4121150"/>
                  <a:pt x="3632200" y="4121150"/>
                </a:cubicBezTo>
                <a:lnTo>
                  <a:pt x="76200" y="4121150"/>
                </a:lnTo>
                <a:cubicBezTo>
                  <a:pt x="34116" y="4121150"/>
                  <a:pt x="0" y="4087034"/>
                  <a:pt x="0" y="4044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1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E8036820-03F4-AF60-D60A-43944321A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000" y="2085974"/>
            <a:ext cx="3704400" cy="4078289"/>
          </a:xfrm>
          <a:custGeom>
            <a:avLst/>
            <a:gdLst>
              <a:gd name="connsiteX0" fmla="*/ 3632200 w 3708400"/>
              <a:gd name="connsiteY0" fmla="*/ 0 h 4121150"/>
              <a:gd name="connsiteX1" fmla="*/ 3708400 w 3708400"/>
              <a:gd name="connsiteY1" fmla="*/ 76200 h 4121150"/>
              <a:gd name="connsiteX2" fmla="*/ 3708400 w 3708400"/>
              <a:gd name="connsiteY2" fmla="*/ 4044950 h 4121150"/>
              <a:gd name="connsiteX3" fmla="*/ 3632200 w 3708400"/>
              <a:gd name="connsiteY3" fmla="*/ 4121150 h 4121150"/>
              <a:gd name="connsiteX4" fmla="*/ 76200 w 3708400"/>
              <a:gd name="connsiteY4" fmla="*/ 4121150 h 4121150"/>
              <a:gd name="connsiteX5" fmla="*/ 0 w 3708400"/>
              <a:gd name="connsiteY5" fmla="*/ 4044950 h 4121150"/>
              <a:gd name="connsiteX6" fmla="*/ 0 w 3708400"/>
              <a:gd name="connsiteY6" fmla="*/ 76200 h 4121150"/>
              <a:gd name="connsiteX7" fmla="*/ 76200 w 3708400"/>
              <a:gd name="connsiteY7" fmla="*/ 0 h 412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8400" h="4121150">
                <a:moveTo>
                  <a:pt x="3632200" y="0"/>
                </a:moveTo>
                <a:cubicBezTo>
                  <a:pt x="3674284" y="0"/>
                  <a:pt x="3708400" y="34116"/>
                  <a:pt x="3708400" y="76200"/>
                </a:cubicBezTo>
                <a:lnTo>
                  <a:pt x="3708400" y="4044950"/>
                </a:lnTo>
                <a:cubicBezTo>
                  <a:pt x="3708400" y="4087034"/>
                  <a:pt x="3674284" y="4121150"/>
                  <a:pt x="3632200" y="4121150"/>
                </a:cubicBezTo>
                <a:lnTo>
                  <a:pt x="76200" y="4121150"/>
                </a:lnTo>
                <a:cubicBezTo>
                  <a:pt x="34116" y="4121150"/>
                  <a:pt x="0" y="4087034"/>
                  <a:pt x="0" y="4044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1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286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Headline1">
            <a:extLst>
              <a:ext uri="{FF2B5EF4-FFF2-40B4-BE49-F238E27FC236}">
                <a16:creationId xmlns:a16="http://schemas.microsoft.com/office/drawing/2014/main" id="{E43F43C3-E270-327F-532A-038B937389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774" y="1849438"/>
            <a:ext cx="3704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F3996C59-D87A-7251-E2D0-59696CA446B6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540000" y="2236485"/>
            <a:ext cx="3340800" cy="37764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14" name="Headline2">
            <a:extLst>
              <a:ext uri="{FF2B5EF4-FFF2-40B4-BE49-F238E27FC236}">
                <a16:creationId xmlns:a16="http://schemas.microsoft.com/office/drawing/2014/main" id="{744FEB57-2FFC-8EE9-952A-C622F832E0D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44400" y="1849438"/>
            <a:ext cx="3704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DADDD2E0-6B62-6FBF-9DC6-146503F1065A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431441" y="2236487"/>
            <a:ext cx="3340800" cy="37764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15" name="Headline3">
            <a:extLst>
              <a:ext uri="{FF2B5EF4-FFF2-40B4-BE49-F238E27FC236}">
                <a16:creationId xmlns:a16="http://schemas.microsoft.com/office/drawing/2014/main" id="{7FA4A748-8E13-38FA-7951-2E92C130508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36000" y="1849438"/>
            <a:ext cx="36972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9" name="Chart Placeholder 4">
            <a:extLst>
              <a:ext uri="{FF2B5EF4-FFF2-40B4-BE49-F238E27FC236}">
                <a16:creationId xmlns:a16="http://schemas.microsoft.com/office/drawing/2014/main" id="{A782D23D-306B-31DF-D182-5F58652ADB6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8305200" y="2236487"/>
            <a:ext cx="3340800" cy="37764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97BE1-E1FD-46EC-E06A-EBEC19F3125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E48F11D-73F7-812B-4B73-9A1428485FB8}"/>
              </a:ext>
            </a:extLst>
          </p:cNvPr>
          <p:cNvSpPr>
            <a:spLocks noGrp="1"/>
          </p:cNvSpPr>
          <p:nvPr>
            <p:ph type="subTitle" idx="23" hasCustomPrompt="1"/>
          </p:nvPr>
        </p:nvSpPr>
        <p:spPr>
          <a:xfrm>
            <a:off x="1583634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D5B4A1-036C-F5A6-2F8F-67A63617947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327259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raphic 13">
            <a:extLst>
              <a:ext uri="{FF2B5EF4-FFF2-40B4-BE49-F238E27FC236}">
                <a16:creationId xmlns:a16="http://schemas.microsoft.com/office/drawing/2014/main" id="{727257C5-2248-273C-814A-F47AA6F2A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72400" y="2085973"/>
            <a:ext cx="2732400" cy="4078290"/>
          </a:xfrm>
          <a:custGeom>
            <a:avLst/>
            <a:gdLst>
              <a:gd name="connsiteX0" fmla="*/ 2660650 w 2736850"/>
              <a:gd name="connsiteY0" fmla="*/ 0 h 4121150"/>
              <a:gd name="connsiteX1" fmla="*/ 2736850 w 2736850"/>
              <a:gd name="connsiteY1" fmla="*/ 76200 h 4121150"/>
              <a:gd name="connsiteX2" fmla="*/ 2736850 w 2736850"/>
              <a:gd name="connsiteY2" fmla="*/ 4044950 h 4121150"/>
              <a:gd name="connsiteX3" fmla="*/ 2660650 w 2736850"/>
              <a:gd name="connsiteY3" fmla="*/ 4121150 h 4121150"/>
              <a:gd name="connsiteX4" fmla="*/ 76200 w 2736850"/>
              <a:gd name="connsiteY4" fmla="*/ 4121150 h 4121150"/>
              <a:gd name="connsiteX5" fmla="*/ 0 w 2736850"/>
              <a:gd name="connsiteY5" fmla="*/ 4044950 h 4121150"/>
              <a:gd name="connsiteX6" fmla="*/ 0 w 2736850"/>
              <a:gd name="connsiteY6" fmla="*/ 76200 h 4121150"/>
              <a:gd name="connsiteX7" fmla="*/ 76200 w 2736850"/>
              <a:gd name="connsiteY7" fmla="*/ 0 h 412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6850" h="4121150">
                <a:moveTo>
                  <a:pt x="2660650" y="0"/>
                </a:moveTo>
                <a:cubicBezTo>
                  <a:pt x="2702734" y="0"/>
                  <a:pt x="2736850" y="34116"/>
                  <a:pt x="2736850" y="76200"/>
                </a:cubicBezTo>
                <a:lnTo>
                  <a:pt x="2736850" y="4044950"/>
                </a:lnTo>
                <a:cubicBezTo>
                  <a:pt x="2736850" y="4087034"/>
                  <a:pt x="2702734" y="4121150"/>
                  <a:pt x="2660650" y="4121150"/>
                </a:cubicBezTo>
                <a:lnTo>
                  <a:pt x="76200" y="4121150"/>
                </a:lnTo>
                <a:cubicBezTo>
                  <a:pt x="34116" y="4121150"/>
                  <a:pt x="0" y="4087034"/>
                  <a:pt x="0" y="4044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1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" name="Graphic 13">
            <a:extLst>
              <a:ext uri="{FF2B5EF4-FFF2-40B4-BE49-F238E27FC236}">
                <a16:creationId xmlns:a16="http://schemas.microsoft.com/office/drawing/2014/main" id="{62B1CDC3-B96D-3EE7-F935-1F215400E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84900" y="2085973"/>
            <a:ext cx="2732400" cy="4078290"/>
          </a:xfrm>
          <a:custGeom>
            <a:avLst/>
            <a:gdLst>
              <a:gd name="connsiteX0" fmla="*/ 2660650 w 2736850"/>
              <a:gd name="connsiteY0" fmla="*/ 0 h 4121150"/>
              <a:gd name="connsiteX1" fmla="*/ 2736850 w 2736850"/>
              <a:gd name="connsiteY1" fmla="*/ 76200 h 4121150"/>
              <a:gd name="connsiteX2" fmla="*/ 2736850 w 2736850"/>
              <a:gd name="connsiteY2" fmla="*/ 4044950 h 4121150"/>
              <a:gd name="connsiteX3" fmla="*/ 2660650 w 2736850"/>
              <a:gd name="connsiteY3" fmla="*/ 4121150 h 4121150"/>
              <a:gd name="connsiteX4" fmla="*/ 76200 w 2736850"/>
              <a:gd name="connsiteY4" fmla="*/ 4121150 h 4121150"/>
              <a:gd name="connsiteX5" fmla="*/ 0 w 2736850"/>
              <a:gd name="connsiteY5" fmla="*/ 4044950 h 4121150"/>
              <a:gd name="connsiteX6" fmla="*/ 0 w 2736850"/>
              <a:gd name="connsiteY6" fmla="*/ 76200 h 4121150"/>
              <a:gd name="connsiteX7" fmla="*/ 76200 w 2736850"/>
              <a:gd name="connsiteY7" fmla="*/ 0 h 412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6850" h="4121150">
                <a:moveTo>
                  <a:pt x="2660650" y="0"/>
                </a:moveTo>
                <a:cubicBezTo>
                  <a:pt x="2702734" y="0"/>
                  <a:pt x="2736850" y="34116"/>
                  <a:pt x="2736850" y="76200"/>
                </a:cubicBezTo>
                <a:lnTo>
                  <a:pt x="2736850" y="4044950"/>
                </a:lnTo>
                <a:cubicBezTo>
                  <a:pt x="2736850" y="4087034"/>
                  <a:pt x="2702734" y="4121150"/>
                  <a:pt x="2660650" y="4121150"/>
                </a:cubicBezTo>
                <a:lnTo>
                  <a:pt x="76200" y="4121150"/>
                </a:lnTo>
                <a:cubicBezTo>
                  <a:pt x="34116" y="4121150"/>
                  <a:pt x="0" y="4087034"/>
                  <a:pt x="0" y="4044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1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Graphic 13">
            <a:extLst>
              <a:ext uri="{FF2B5EF4-FFF2-40B4-BE49-F238E27FC236}">
                <a16:creationId xmlns:a16="http://schemas.microsoft.com/office/drawing/2014/main" id="{A2585015-0E53-D397-01DF-C1AB60B07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08000" y="2085973"/>
            <a:ext cx="2725200" cy="4078290"/>
          </a:xfrm>
          <a:custGeom>
            <a:avLst/>
            <a:gdLst>
              <a:gd name="connsiteX0" fmla="*/ 2660650 w 2736850"/>
              <a:gd name="connsiteY0" fmla="*/ 0 h 4121150"/>
              <a:gd name="connsiteX1" fmla="*/ 2736850 w 2736850"/>
              <a:gd name="connsiteY1" fmla="*/ 76200 h 4121150"/>
              <a:gd name="connsiteX2" fmla="*/ 2736850 w 2736850"/>
              <a:gd name="connsiteY2" fmla="*/ 4044950 h 4121150"/>
              <a:gd name="connsiteX3" fmla="*/ 2660650 w 2736850"/>
              <a:gd name="connsiteY3" fmla="*/ 4121150 h 4121150"/>
              <a:gd name="connsiteX4" fmla="*/ 76200 w 2736850"/>
              <a:gd name="connsiteY4" fmla="*/ 4121150 h 4121150"/>
              <a:gd name="connsiteX5" fmla="*/ 0 w 2736850"/>
              <a:gd name="connsiteY5" fmla="*/ 4044950 h 4121150"/>
              <a:gd name="connsiteX6" fmla="*/ 0 w 2736850"/>
              <a:gd name="connsiteY6" fmla="*/ 76200 h 4121150"/>
              <a:gd name="connsiteX7" fmla="*/ 76200 w 2736850"/>
              <a:gd name="connsiteY7" fmla="*/ 0 h 412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6850" h="4121150">
                <a:moveTo>
                  <a:pt x="2660650" y="0"/>
                </a:moveTo>
                <a:cubicBezTo>
                  <a:pt x="2702734" y="0"/>
                  <a:pt x="2736850" y="34116"/>
                  <a:pt x="2736850" y="76200"/>
                </a:cubicBezTo>
                <a:lnTo>
                  <a:pt x="2736850" y="4044950"/>
                </a:lnTo>
                <a:cubicBezTo>
                  <a:pt x="2736850" y="4087034"/>
                  <a:pt x="2702734" y="4121150"/>
                  <a:pt x="2660650" y="4121150"/>
                </a:cubicBezTo>
                <a:lnTo>
                  <a:pt x="76200" y="4121150"/>
                </a:lnTo>
                <a:cubicBezTo>
                  <a:pt x="34116" y="4121150"/>
                  <a:pt x="0" y="4087034"/>
                  <a:pt x="0" y="4044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1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A8ED4BF0-8482-9012-5313-278167E07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775" y="2085973"/>
            <a:ext cx="2732400" cy="4078290"/>
          </a:xfrm>
          <a:custGeom>
            <a:avLst/>
            <a:gdLst>
              <a:gd name="connsiteX0" fmla="*/ 2660650 w 2736850"/>
              <a:gd name="connsiteY0" fmla="*/ 0 h 4121150"/>
              <a:gd name="connsiteX1" fmla="*/ 2736850 w 2736850"/>
              <a:gd name="connsiteY1" fmla="*/ 76200 h 4121150"/>
              <a:gd name="connsiteX2" fmla="*/ 2736850 w 2736850"/>
              <a:gd name="connsiteY2" fmla="*/ 4044950 h 4121150"/>
              <a:gd name="connsiteX3" fmla="*/ 2660650 w 2736850"/>
              <a:gd name="connsiteY3" fmla="*/ 4121150 h 4121150"/>
              <a:gd name="connsiteX4" fmla="*/ 76200 w 2736850"/>
              <a:gd name="connsiteY4" fmla="*/ 4121150 h 4121150"/>
              <a:gd name="connsiteX5" fmla="*/ 0 w 2736850"/>
              <a:gd name="connsiteY5" fmla="*/ 4044950 h 4121150"/>
              <a:gd name="connsiteX6" fmla="*/ 0 w 2736850"/>
              <a:gd name="connsiteY6" fmla="*/ 76200 h 4121150"/>
              <a:gd name="connsiteX7" fmla="*/ 76200 w 2736850"/>
              <a:gd name="connsiteY7" fmla="*/ 0 h 412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6850" h="4121150">
                <a:moveTo>
                  <a:pt x="2660650" y="0"/>
                </a:moveTo>
                <a:cubicBezTo>
                  <a:pt x="2702734" y="0"/>
                  <a:pt x="2736850" y="34116"/>
                  <a:pt x="2736850" y="76200"/>
                </a:cubicBezTo>
                <a:lnTo>
                  <a:pt x="2736850" y="4044950"/>
                </a:lnTo>
                <a:cubicBezTo>
                  <a:pt x="2736850" y="4087034"/>
                  <a:pt x="2702734" y="4121150"/>
                  <a:pt x="2660650" y="4121150"/>
                </a:cubicBezTo>
                <a:lnTo>
                  <a:pt x="76200" y="4121150"/>
                </a:lnTo>
                <a:cubicBezTo>
                  <a:pt x="34116" y="4121150"/>
                  <a:pt x="0" y="4087034"/>
                  <a:pt x="0" y="40449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1F1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358775"/>
            <a:ext cx="11473200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0955DC8-A2C7-4ABC-1164-33EBE9D76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7" name="Headline1">
            <a:extLst>
              <a:ext uri="{FF2B5EF4-FFF2-40B4-BE49-F238E27FC236}">
                <a16:creationId xmlns:a16="http://schemas.microsoft.com/office/drawing/2014/main" id="{E748C895-A90F-84E7-A334-70FC38128F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8775" y="1849438"/>
            <a:ext cx="2733675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F3996C59-D87A-7251-E2D0-59696CA446B6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540000" y="2235600"/>
            <a:ext cx="2361600" cy="37764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4" name="Headline2">
            <a:extLst>
              <a:ext uri="{FF2B5EF4-FFF2-40B4-BE49-F238E27FC236}">
                <a16:creationId xmlns:a16="http://schemas.microsoft.com/office/drawing/2014/main" id="{63D24AEC-CA59-1652-C8BF-0DCFB4FDE1E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2400" y="1849438"/>
            <a:ext cx="2733675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Chart Placeholder 4">
            <a:extLst>
              <a:ext uri="{FF2B5EF4-FFF2-40B4-BE49-F238E27FC236}">
                <a16:creationId xmlns:a16="http://schemas.microsoft.com/office/drawing/2014/main" id="{DADDD2E0-6B62-6FBF-9DC6-146503F1065A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3456000" y="2235600"/>
            <a:ext cx="2361600" cy="37764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5" name="Headline3">
            <a:extLst>
              <a:ext uri="{FF2B5EF4-FFF2-40B4-BE49-F238E27FC236}">
                <a16:creationId xmlns:a16="http://schemas.microsoft.com/office/drawing/2014/main" id="{AFA557E9-8FA0-C983-329D-3FF0924A43D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84800" y="1849438"/>
            <a:ext cx="2733675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9" name="Chart Placeholder 4">
            <a:extLst>
              <a:ext uri="{FF2B5EF4-FFF2-40B4-BE49-F238E27FC236}">
                <a16:creationId xmlns:a16="http://schemas.microsoft.com/office/drawing/2014/main" id="{A782D23D-306B-31DF-D182-5F58652ADB6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6372000" y="2235600"/>
            <a:ext cx="2361600" cy="37764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26" name="Headline4">
            <a:extLst>
              <a:ext uri="{FF2B5EF4-FFF2-40B4-BE49-F238E27FC236}">
                <a16:creationId xmlns:a16="http://schemas.microsoft.com/office/drawing/2014/main" id="{263A4DD4-041F-6F23-19FF-1A123D086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08000" y="1849438"/>
            <a:ext cx="27252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1" name="Chart Placeholder 4">
            <a:extLst>
              <a:ext uri="{FF2B5EF4-FFF2-40B4-BE49-F238E27FC236}">
                <a16:creationId xmlns:a16="http://schemas.microsoft.com/office/drawing/2014/main" id="{90B25710-018A-45FF-C4BC-D830D0F6CAE0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9288000" y="2235600"/>
            <a:ext cx="2361600" cy="37764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CBD02-61DA-87F1-79EE-88861B6B1B8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426DBEA-F14E-FEFB-CBA1-976C75861E17}"/>
              </a:ext>
            </a:extLst>
          </p:cNvPr>
          <p:cNvSpPr>
            <a:spLocks noGrp="1"/>
          </p:cNvSpPr>
          <p:nvPr>
            <p:ph type="subTitle" idx="24" hasCustomPrompt="1"/>
          </p:nvPr>
        </p:nvSpPr>
        <p:spPr>
          <a:xfrm>
            <a:off x="1583634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87B22-0FA4-7608-EBB3-781AA81BB89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55191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w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286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Headline1">
            <a:extLst>
              <a:ext uri="{FF2B5EF4-FFF2-40B4-BE49-F238E27FC236}">
                <a16:creationId xmlns:a16="http://schemas.microsoft.com/office/drawing/2014/main" id="{B14FEB9D-F0E4-B52C-F455-DF9C0B6B03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8774" y="1849438"/>
            <a:ext cx="56520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634F2FC-0927-51F7-3C2A-E707C2152F4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60001" y="2085974"/>
            <a:ext cx="5651441" cy="2643461"/>
          </a:xfrm>
          <a:custGeom>
            <a:avLst/>
            <a:gdLst>
              <a:gd name="connsiteX0" fmla="*/ 76630 w 5651441"/>
              <a:gd name="connsiteY0" fmla="*/ 0 h 2880000"/>
              <a:gd name="connsiteX1" fmla="*/ 5574812 w 5651441"/>
              <a:gd name="connsiteY1" fmla="*/ 0 h 2880000"/>
              <a:gd name="connsiteX2" fmla="*/ 5651441 w 5651441"/>
              <a:gd name="connsiteY2" fmla="*/ 76630 h 2880000"/>
              <a:gd name="connsiteX3" fmla="*/ 5651441 w 5651441"/>
              <a:gd name="connsiteY3" fmla="*/ 2803370 h 2880000"/>
              <a:gd name="connsiteX4" fmla="*/ 5574812 w 5651441"/>
              <a:gd name="connsiteY4" fmla="*/ 2880000 h 2880000"/>
              <a:gd name="connsiteX5" fmla="*/ 76630 w 5651441"/>
              <a:gd name="connsiteY5" fmla="*/ 2880000 h 2880000"/>
              <a:gd name="connsiteX6" fmla="*/ 0 w 5651441"/>
              <a:gd name="connsiteY6" fmla="*/ 2803370 h 2880000"/>
              <a:gd name="connsiteX7" fmla="*/ 0 w 5651441"/>
              <a:gd name="connsiteY7" fmla="*/ 76630 h 2880000"/>
              <a:gd name="connsiteX8" fmla="*/ 76630 w 5651441"/>
              <a:gd name="connsiteY8" fmla="*/ 0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1441" h="2880000">
                <a:moveTo>
                  <a:pt x="76630" y="0"/>
                </a:moveTo>
                <a:lnTo>
                  <a:pt x="5574812" y="0"/>
                </a:lnTo>
                <a:cubicBezTo>
                  <a:pt x="5617133" y="0"/>
                  <a:pt x="5651441" y="34308"/>
                  <a:pt x="5651441" y="76630"/>
                </a:cubicBezTo>
                <a:lnTo>
                  <a:pt x="5651441" y="2803370"/>
                </a:lnTo>
                <a:cubicBezTo>
                  <a:pt x="5651441" y="2845692"/>
                  <a:pt x="5617133" y="2880000"/>
                  <a:pt x="5574812" y="2880000"/>
                </a:cubicBezTo>
                <a:lnTo>
                  <a:pt x="76630" y="2880000"/>
                </a:lnTo>
                <a:cubicBezTo>
                  <a:pt x="34308" y="2880000"/>
                  <a:pt x="0" y="2845692"/>
                  <a:pt x="0" y="2803370"/>
                </a:cubicBezTo>
                <a:lnTo>
                  <a:pt x="0" y="76630"/>
                </a:lnTo>
                <a:cubicBezTo>
                  <a:pt x="0" y="34308"/>
                  <a:pt x="34308" y="0"/>
                  <a:pt x="7663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A287D60-F330-951E-029C-9D2DA384BD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4826957"/>
            <a:ext cx="5652000" cy="745168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Headline2">
            <a:extLst>
              <a:ext uri="{FF2B5EF4-FFF2-40B4-BE49-F238E27FC236}">
                <a16:creationId xmlns:a16="http://schemas.microsoft.com/office/drawing/2014/main" id="{42085FAB-D16F-6CBB-FD32-7491AAD3A46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84800" y="1849438"/>
            <a:ext cx="5648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C420681-480D-0274-61C4-835F5B63BEE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84800" y="2085974"/>
            <a:ext cx="5646833" cy="2643461"/>
          </a:xfrm>
          <a:custGeom>
            <a:avLst/>
            <a:gdLst>
              <a:gd name="connsiteX0" fmla="*/ 76630 w 5651441"/>
              <a:gd name="connsiteY0" fmla="*/ 0 h 2880000"/>
              <a:gd name="connsiteX1" fmla="*/ 5574812 w 5651441"/>
              <a:gd name="connsiteY1" fmla="*/ 0 h 2880000"/>
              <a:gd name="connsiteX2" fmla="*/ 5651441 w 5651441"/>
              <a:gd name="connsiteY2" fmla="*/ 76630 h 2880000"/>
              <a:gd name="connsiteX3" fmla="*/ 5651441 w 5651441"/>
              <a:gd name="connsiteY3" fmla="*/ 2803370 h 2880000"/>
              <a:gd name="connsiteX4" fmla="*/ 5574812 w 5651441"/>
              <a:gd name="connsiteY4" fmla="*/ 2880000 h 2880000"/>
              <a:gd name="connsiteX5" fmla="*/ 76630 w 5651441"/>
              <a:gd name="connsiteY5" fmla="*/ 2880000 h 2880000"/>
              <a:gd name="connsiteX6" fmla="*/ 0 w 5651441"/>
              <a:gd name="connsiteY6" fmla="*/ 2803370 h 2880000"/>
              <a:gd name="connsiteX7" fmla="*/ 0 w 5651441"/>
              <a:gd name="connsiteY7" fmla="*/ 76630 h 2880000"/>
              <a:gd name="connsiteX8" fmla="*/ 76630 w 5651441"/>
              <a:gd name="connsiteY8" fmla="*/ 0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1441" h="2880000">
                <a:moveTo>
                  <a:pt x="76630" y="0"/>
                </a:moveTo>
                <a:lnTo>
                  <a:pt x="5574812" y="0"/>
                </a:lnTo>
                <a:cubicBezTo>
                  <a:pt x="5617133" y="0"/>
                  <a:pt x="5651441" y="34308"/>
                  <a:pt x="5651441" y="76630"/>
                </a:cubicBezTo>
                <a:lnTo>
                  <a:pt x="5651441" y="2803370"/>
                </a:lnTo>
                <a:cubicBezTo>
                  <a:pt x="5651441" y="2845692"/>
                  <a:pt x="5617133" y="2880000"/>
                  <a:pt x="5574812" y="2880000"/>
                </a:cubicBezTo>
                <a:lnTo>
                  <a:pt x="76630" y="2880000"/>
                </a:lnTo>
                <a:cubicBezTo>
                  <a:pt x="34308" y="2880000"/>
                  <a:pt x="0" y="2845692"/>
                  <a:pt x="0" y="2803370"/>
                </a:cubicBezTo>
                <a:lnTo>
                  <a:pt x="0" y="76630"/>
                </a:lnTo>
                <a:cubicBezTo>
                  <a:pt x="0" y="34308"/>
                  <a:pt x="34308" y="0"/>
                  <a:pt x="7663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03166FD-D891-18D3-A333-3AE033A578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800" y="4827600"/>
            <a:ext cx="5648400" cy="744537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22D41C-3E91-7E17-005F-F6050B2F6D05}"/>
              </a:ext>
            </a:extLst>
          </p:cNvPr>
          <p:cNvSpPr>
            <a:spLocks noGrp="1"/>
          </p:cNvSpPr>
          <p:nvPr>
            <p:ph type="subTitle" idx="23" hasCustomPrompt="1"/>
          </p:nvPr>
        </p:nvSpPr>
        <p:spPr>
          <a:xfrm>
            <a:off x="1583634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580289-05B0-DE02-53ED-A16C7C6E66E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CBA43-B807-C128-B97E-DB2A9B5BC9F6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6312680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w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58775"/>
            <a:ext cx="11471633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Headline1">
            <a:extLst>
              <a:ext uri="{FF2B5EF4-FFF2-40B4-BE49-F238E27FC236}">
                <a16:creationId xmlns:a16="http://schemas.microsoft.com/office/drawing/2014/main" id="{225ACFC9-0D74-7A95-D201-93D4C1B56A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774" y="1849438"/>
            <a:ext cx="3704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E61F6C-72DF-3CBD-101E-E02CA2AD48C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60001" y="2085974"/>
            <a:ext cx="3703769" cy="2643462"/>
          </a:xfrm>
          <a:custGeom>
            <a:avLst/>
            <a:gdLst>
              <a:gd name="connsiteX0" fmla="*/ 76630 w 3703769"/>
              <a:gd name="connsiteY0" fmla="*/ 0 h 2880000"/>
              <a:gd name="connsiteX1" fmla="*/ 3627139 w 3703769"/>
              <a:gd name="connsiteY1" fmla="*/ 0 h 2880000"/>
              <a:gd name="connsiteX2" fmla="*/ 3703769 w 3703769"/>
              <a:gd name="connsiteY2" fmla="*/ 76630 h 2880000"/>
              <a:gd name="connsiteX3" fmla="*/ 3703769 w 3703769"/>
              <a:gd name="connsiteY3" fmla="*/ 2803370 h 2880000"/>
              <a:gd name="connsiteX4" fmla="*/ 3627139 w 3703769"/>
              <a:gd name="connsiteY4" fmla="*/ 2880000 h 2880000"/>
              <a:gd name="connsiteX5" fmla="*/ 76630 w 3703769"/>
              <a:gd name="connsiteY5" fmla="*/ 2880000 h 2880000"/>
              <a:gd name="connsiteX6" fmla="*/ 0 w 3703769"/>
              <a:gd name="connsiteY6" fmla="*/ 2803370 h 2880000"/>
              <a:gd name="connsiteX7" fmla="*/ 0 w 3703769"/>
              <a:gd name="connsiteY7" fmla="*/ 76630 h 2880000"/>
              <a:gd name="connsiteX8" fmla="*/ 76630 w 3703769"/>
              <a:gd name="connsiteY8" fmla="*/ 0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3769" h="2880000">
                <a:moveTo>
                  <a:pt x="76630" y="0"/>
                </a:moveTo>
                <a:lnTo>
                  <a:pt x="3627139" y="0"/>
                </a:lnTo>
                <a:cubicBezTo>
                  <a:pt x="3669461" y="0"/>
                  <a:pt x="3703769" y="34308"/>
                  <a:pt x="3703769" y="76630"/>
                </a:cubicBezTo>
                <a:lnTo>
                  <a:pt x="3703769" y="2803370"/>
                </a:lnTo>
                <a:cubicBezTo>
                  <a:pt x="3703769" y="2845692"/>
                  <a:pt x="3669461" y="2880000"/>
                  <a:pt x="3627139" y="2880000"/>
                </a:cubicBezTo>
                <a:lnTo>
                  <a:pt x="76630" y="2880000"/>
                </a:lnTo>
                <a:cubicBezTo>
                  <a:pt x="34308" y="2880000"/>
                  <a:pt x="0" y="2845692"/>
                  <a:pt x="0" y="2803370"/>
                </a:cubicBezTo>
                <a:lnTo>
                  <a:pt x="0" y="76630"/>
                </a:lnTo>
                <a:cubicBezTo>
                  <a:pt x="0" y="34308"/>
                  <a:pt x="34308" y="0"/>
                  <a:pt x="7663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A287D60-F330-951E-029C-9D2DA384BD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4" y="4827600"/>
            <a:ext cx="3704400" cy="745200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Headline2">
            <a:extLst>
              <a:ext uri="{FF2B5EF4-FFF2-40B4-BE49-F238E27FC236}">
                <a16:creationId xmlns:a16="http://schemas.microsoft.com/office/drawing/2014/main" id="{5C4FDE15-20E5-15C5-28B3-29CC12B469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4400" y="1849438"/>
            <a:ext cx="37044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0937D73-FB11-D387-ACB5-25BC2AD9687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44400" y="2085975"/>
            <a:ext cx="3703769" cy="2643462"/>
          </a:xfrm>
          <a:custGeom>
            <a:avLst/>
            <a:gdLst>
              <a:gd name="connsiteX0" fmla="*/ 76630 w 3703769"/>
              <a:gd name="connsiteY0" fmla="*/ 0 h 2880000"/>
              <a:gd name="connsiteX1" fmla="*/ 3627139 w 3703769"/>
              <a:gd name="connsiteY1" fmla="*/ 0 h 2880000"/>
              <a:gd name="connsiteX2" fmla="*/ 3703769 w 3703769"/>
              <a:gd name="connsiteY2" fmla="*/ 76630 h 2880000"/>
              <a:gd name="connsiteX3" fmla="*/ 3703769 w 3703769"/>
              <a:gd name="connsiteY3" fmla="*/ 2803370 h 2880000"/>
              <a:gd name="connsiteX4" fmla="*/ 3627139 w 3703769"/>
              <a:gd name="connsiteY4" fmla="*/ 2880000 h 2880000"/>
              <a:gd name="connsiteX5" fmla="*/ 76630 w 3703769"/>
              <a:gd name="connsiteY5" fmla="*/ 2880000 h 2880000"/>
              <a:gd name="connsiteX6" fmla="*/ 0 w 3703769"/>
              <a:gd name="connsiteY6" fmla="*/ 2803370 h 2880000"/>
              <a:gd name="connsiteX7" fmla="*/ 0 w 3703769"/>
              <a:gd name="connsiteY7" fmla="*/ 76630 h 2880000"/>
              <a:gd name="connsiteX8" fmla="*/ 76630 w 3703769"/>
              <a:gd name="connsiteY8" fmla="*/ 0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3769" h="2880000">
                <a:moveTo>
                  <a:pt x="76630" y="0"/>
                </a:moveTo>
                <a:lnTo>
                  <a:pt x="3627139" y="0"/>
                </a:lnTo>
                <a:cubicBezTo>
                  <a:pt x="3669461" y="0"/>
                  <a:pt x="3703769" y="34308"/>
                  <a:pt x="3703769" y="76630"/>
                </a:cubicBezTo>
                <a:lnTo>
                  <a:pt x="3703769" y="2803370"/>
                </a:lnTo>
                <a:cubicBezTo>
                  <a:pt x="3703769" y="2845692"/>
                  <a:pt x="3669461" y="2880000"/>
                  <a:pt x="3627139" y="2880000"/>
                </a:cubicBezTo>
                <a:lnTo>
                  <a:pt x="76630" y="2880000"/>
                </a:lnTo>
                <a:cubicBezTo>
                  <a:pt x="34308" y="2880000"/>
                  <a:pt x="0" y="2845692"/>
                  <a:pt x="0" y="2803370"/>
                </a:cubicBezTo>
                <a:lnTo>
                  <a:pt x="0" y="76630"/>
                </a:lnTo>
                <a:cubicBezTo>
                  <a:pt x="0" y="34308"/>
                  <a:pt x="34308" y="0"/>
                  <a:pt x="7663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03166FD-D891-18D3-A333-3AE033A578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60840" y="4827600"/>
            <a:ext cx="3704400" cy="745200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Headline3">
            <a:extLst>
              <a:ext uri="{FF2B5EF4-FFF2-40B4-BE49-F238E27FC236}">
                <a16:creationId xmlns:a16="http://schemas.microsoft.com/office/drawing/2014/main" id="{86D13ACB-1796-9C64-934F-62A49DBA45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6000" y="1849438"/>
            <a:ext cx="36972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ACA82BC-E456-FD41-8F39-4DEF33BA6CD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135999" y="2085975"/>
            <a:ext cx="3697200" cy="2643462"/>
          </a:xfrm>
          <a:custGeom>
            <a:avLst/>
            <a:gdLst>
              <a:gd name="connsiteX0" fmla="*/ 76630 w 3703769"/>
              <a:gd name="connsiteY0" fmla="*/ 0 h 2880000"/>
              <a:gd name="connsiteX1" fmla="*/ 3627139 w 3703769"/>
              <a:gd name="connsiteY1" fmla="*/ 0 h 2880000"/>
              <a:gd name="connsiteX2" fmla="*/ 3703769 w 3703769"/>
              <a:gd name="connsiteY2" fmla="*/ 76630 h 2880000"/>
              <a:gd name="connsiteX3" fmla="*/ 3703769 w 3703769"/>
              <a:gd name="connsiteY3" fmla="*/ 2803370 h 2880000"/>
              <a:gd name="connsiteX4" fmla="*/ 3627139 w 3703769"/>
              <a:gd name="connsiteY4" fmla="*/ 2880000 h 2880000"/>
              <a:gd name="connsiteX5" fmla="*/ 76630 w 3703769"/>
              <a:gd name="connsiteY5" fmla="*/ 2880000 h 2880000"/>
              <a:gd name="connsiteX6" fmla="*/ 0 w 3703769"/>
              <a:gd name="connsiteY6" fmla="*/ 2803370 h 2880000"/>
              <a:gd name="connsiteX7" fmla="*/ 0 w 3703769"/>
              <a:gd name="connsiteY7" fmla="*/ 76630 h 2880000"/>
              <a:gd name="connsiteX8" fmla="*/ 76630 w 3703769"/>
              <a:gd name="connsiteY8" fmla="*/ 0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03769" h="2880000">
                <a:moveTo>
                  <a:pt x="76630" y="0"/>
                </a:moveTo>
                <a:lnTo>
                  <a:pt x="3627139" y="0"/>
                </a:lnTo>
                <a:cubicBezTo>
                  <a:pt x="3669461" y="0"/>
                  <a:pt x="3703769" y="34308"/>
                  <a:pt x="3703769" y="76630"/>
                </a:cubicBezTo>
                <a:lnTo>
                  <a:pt x="3703769" y="2803370"/>
                </a:lnTo>
                <a:cubicBezTo>
                  <a:pt x="3703769" y="2845692"/>
                  <a:pt x="3669461" y="2880000"/>
                  <a:pt x="3627139" y="2880000"/>
                </a:cubicBezTo>
                <a:lnTo>
                  <a:pt x="76630" y="2880000"/>
                </a:lnTo>
                <a:cubicBezTo>
                  <a:pt x="34308" y="2880000"/>
                  <a:pt x="0" y="2845692"/>
                  <a:pt x="0" y="2803370"/>
                </a:cubicBezTo>
                <a:lnTo>
                  <a:pt x="0" y="76630"/>
                </a:lnTo>
                <a:cubicBezTo>
                  <a:pt x="0" y="34308"/>
                  <a:pt x="34308" y="0"/>
                  <a:pt x="7663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9397399C-CCB6-BBFD-DE11-724DB808BF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32194" y="4827600"/>
            <a:ext cx="3697200" cy="745200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A931F53-B8A8-901A-7CEE-174C5862725B}"/>
              </a:ext>
            </a:extLst>
          </p:cNvPr>
          <p:cNvSpPr>
            <a:spLocks noGrp="1"/>
          </p:cNvSpPr>
          <p:nvPr>
            <p:ph type="subTitle" idx="24" hasCustomPrompt="1"/>
          </p:nvPr>
        </p:nvSpPr>
        <p:spPr>
          <a:xfrm>
            <a:off x="1583634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897C5-8F87-4238-E5D9-0D472655EA0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DDDCCF-BF2C-1B13-FF9E-EE828E67E93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00295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w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456EA1-2CEB-57F3-06CB-54D0CBA06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358775"/>
            <a:ext cx="11473200" cy="248710"/>
          </a:xfr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/>
              <a:t>Click to add chapter tracker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8E33B-C4D4-B942-7A45-8AE491C825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Headline1">
            <a:extLst>
              <a:ext uri="{FF2B5EF4-FFF2-40B4-BE49-F238E27FC236}">
                <a16:creationId xmlns:a16="http://schemas.microsoft.com/office/drawing/2014/main" id="{E34D99A4-1CA9-5348-7692-FE2223F0D3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8775" y="1849438"/>
            <a:ext cx="2733675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07D86B8-3556-B78E-8BAE-F7F9ADA4362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60000" y="2085975"/>
            <a:ext cx="2732804" cy="1888452"/>
          </a:xfrm>
          <a:custGeom>
            <a:avLst/>
            <a:gdLst>
              <a:gd name="connsiteX0" fmla="*/ 76710 w 2732804"/>
              <a:gd name="connsiteY0" fmla="*/ 0 h 2124990"/>
              <a:gd name="connsiteX1" fmla="*/ 2656094 w 2732804"/>
              <a:gd name="connsiteY1" fmla="*/ 0 h 2124990"/>
              <a:gd name="connsiteX2" fmla="*/ 2732804 w 2732804"/>
              <a:gd name="connsiteY2" fmla="*/ 76710 h 2124990"/>
              <a:gd name="connsiteX3" fmla="*/ 2732804 w 2732804"/>
              <a:gd name="connsiteY3" fmla="*/ 2048280 h 2124990"/>
              <a:gd name="connsiteX4" fmla="*/ 2656094 w 2732804"/>
              <a:gd name="connsiteY4" fmla="*/ 2124990 h 2124990"/>
              <a:gd name="connsiteX5" fmla="*/ 76710 w 2732804"/>
              <a:gd name="connsiteY5" fmla="*/ 2124990 h 2124990"/>
              <a:gd name="connsiteX6" fmla="*/ 0 w 2732804"/>
              <a:gd name="connsiteY6" fmla="*/ 2048280 h 2124990"/>
              <a:gd name="connsiteX7" fmla="*/ 0 w 2732804"/>
              <a:gd name="connsiteY7" fmla="*/ 76710 h 2124990"/>
              <a:gd name="connsiteX8" fmla="*/ 76710 w 2732804"/>
              <a:gd name="connsiteY8" fmla="*/ 0 h 212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2804" h="2124990">
                <a:moveTo>
                  <a:pt x="76710" y="0"/>
                </a:moveTo>
                <a:lnTo>
                  <a:pt x="2656094" y="0"/>
                </a:lnTo>
                <a:cubicBezTo>
                  <a:pt x="2698459" y="0"/>
                  <a:pt x="2732804" y="34344"/>
                  <a:pt x="2732804" y="76710"/>
                </a:cubicBezTo>
                <a:lnTo>
                  <a:pt x="2732804" y="2048280"/>
                </a:lnTo>
                <a:cubicBezTo>
                  <a:pt x="2732804" y="2090646"/>
                  <a:pt x="2698459" y="2124990"/>
                  <a:pt x="2656094" y="2124990"/>
                </a:cubicBezTo>
                <a:lnTo>
                  <a:pt x="76710" y="2124990"/>
                </a:lnTo>
                <a:cubicBezTo>
                  <a:pt x="34344" y="2124990"/>
                  <a:pt x="0" y="2090646"/>
                  <a:pt x="0" y="2048280"/>
                </a:cubicBezTo>
                <a:lnTo>
                  <a:pt x="0" y="76710"/>
                </a:lnTo>
                <a:cubicBezTo>
                  <a:pt x="0" y="34344"/>
                  <a:pt x="34344" y="0"/>
                  <a:pt x="7671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A287D60-F330-951E-029C-9D2DA384BD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6" y="4081786"/>
            <a:ext cx="2733674" cy="1490339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Headline2">
            <a:extLst>
              <a:ext uri="{FF2B5EF4-FFF2-40B4-BE49-F238E27FC236}">
                <a16:creationId xmlns:a16="http://schemas.microsoft.com/office/drawing/2014/main" id="{DB0F788E-1C29-A08E-2655-AC6A9168CE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72400" y="1849438"/>
            <a:ext cx="2733675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984CB6B-25EC-D2E9-4FAA-7C51B79287F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72400" y="2085975"/>
            <a:ext cx="2732804" cy="1888452"/>
          </a:xfrm>
          <a:custGeom>
            <a:avLst/>
            <a:gdLst>
              <a:gd name="connsiteX0" fmla="*/ 76710 w 2732804"/>
              <a:gd name="connsiteY0" fmla="*/ 0 h 2124990"/>
              <a:gd name="connsiteX1" fmla="*/ 2656094 w 2732804"/>
              <a:gd name="connsiteY1" fmla="*/ 0 h 2124990"/>
              <a:gd name="connsiteX2" fmla="*/ 2732804 w 2732804"/>
              <a:gd name="connsiteY2" fmla="*/ 76710 h 2124990"/>
              <a:gd name="connsiteX3" fmla="*/ 2732804 w 2732804"/>
              <a:gd name="connsiteY3" fmla="*/ 2048280 h 2124990"/>
              <a:gd name="connsiteX4" fmla="*/ 2656094 w 2732804"/>
              <a:gd name="connsiteY4" fmla="*/ 2124990 h 2124990"/>
              <a:gd name="connsiteX5" fmla="*/ 76710 w 2732804"/>
              <a:gd name="connsiteY5" fmla="*/ 2124990 h 2124990"/>
              <a:gd name="connsiteX6" fmla="*/ 0 w 2732804"/>
              <a:gd name="connsiteY6" fmla="*/ 2048280 h 2124990"/>
              <a:gd name="connsiteX7" fmla="*/ 0 w 2732804"/>
              <a:gd name="connsiteY7" fmla="*/ 76710 h 2124990"/>
              <a:gd name="connsiteX8" fmla="*/ 76710 w 2732804"/>
              <a:gd name="connsiteY8" fmla="*/ 0 h 212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2804" h="2124990">
                <a:moveTo>
                  <a:pt x="76710" y="0"/>
                </a:moveTo>
                <a:lnTo>
                  <a:pt x="2656094" y="0"/>
                </a:lnTo>
                <a:cubicBezTo>
                  <a:pt x="2698459" y="0"/>
                  <a:pt x="2732804" y="34344"/>
                  <a:pt x="2732804" y="76710"/>
                </a:cubicBezTo>
                <a:lnTo>
                  <a:pt x="2732804" y="2048280"/>
                </a:lnTo>
                <a:cubicBezTo>
                  <a:pt x="2732804" y="2090646"/>
                  <a:pt x="2698459" y="2124990"/>
                  <a:pt x="2656094" y="2124990"/>
                </a:cubicBezTo>
                <a:lnTo>
                  <a:pt x="76710" y="2124990"/>
                </a:lnTo>
                <a:cubicBezTo>
                  <a:pt x="34344" y="2124990"/>
                  <a:pt x="0" y="2090646"/>
                  <a:pt x="0" y="2048280"/>
                </a:cubicBezTo>
                <a:lnTo>
                  <a:pt x="0" y="76710"/>
                </a:lnTo>
                <a:cubicBezTo>
                  <a:pt x="0" y="34344"/>
                  <a:pt x="34344" y="0"/>
                  <a:pt x="7671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503166FD-D891-18D3-A333-3AE033A578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2400" y="4083050"/>
            <a:ext cx="2732400" cy="1489075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eadline3">
            <a:extLst>
              <a:ext uri="{FF2B5EF4-FFF2-40B4-BE49-F238E27FC236}">
                <a16:creationId xmlns:a16="http://schemas.microsoft.com/office/drawing/2014/main" id="{B52A766F-0A0E-D2AB-9036-EC8B086728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4800" y="1849438"/>
            <a:ext cx="2733675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C81F11A-6828-D0FA-99D2-773A2AF4788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84800" y="2085975"/>
            <a:ext cx="2732804" cy="1888452"/>
          </a:xfrm>
          <a:custGeom>
            <a:avLst/>
            <a:gdLst>
              <a:gd name="connsiteX0" fmla="*/ 76710 w 2732804"/>
              <a:gd name="connsiteY0" fmla="*/ 0 h 2124990"/>
              <a:gd name="connsiteX1" fmla="*/ 2656094 w 2732804"/>
              <a:gd name="connsiteY1" fmla="*/ 0 h 2124990"/>
              <a:gd name="connsiteX2" fmla="*/ 2732804 w 2732804"/>
              <a:gd name="connsiteY2" fmla="*/ 76710 h 2124990"/>
              <a:gd name="connsiteX3" fmla="*/ 2732804 w 2732804"/>
              <a:gd name="connsiteY3" fmla="*/ 2048280 h 2124990"/>
              <a:gd name="connsiteX4" fmla="*/ 2656094 w 2732804"/>
              <a:gd name="connsiteY4" fmla="*/ 2124990 h 2124990"/>
              <a:gd name="connsiteX5" fmla="*/ 76710 w 2732804"/>
              <a:gd name="connsiteY5" fmla="*/ 2124990 h 2124990"/>
              <a:gd name="connsiteX6" fmla="*/ 0 w 2732804"/>
              <a:gd name="connsiteY6" fmla="*/ 2048280 h 2124990"/>
              <a:gd name="connsiteX7" fmla="*/ 0 w 2732804"/>
              <a:gd name="connsiteY7" fmla="*/ 76710 h 2124990"/>
              <a:gd name="connsiteX8" fmla="*/ 76710 w 2732804"/>
              <a:gd name="connsiteY8" fmla="*/ 0 h 212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2804" h="2124990">
                <a:moveTo>
                  <a:pt x="76710" y="0"/>
                </a:moveTo>
                <a:lnTo>
                  <a:pt x="2656094" y="0"/>
                </a:lnTo>
                <a:cubicBezTo>
                  <a:pt x="2698459" y="0"/>
                  <a:pt x="2732804" y="34344"/>
                  <a:pt x="2732804" y="76710"/>
                </a:cubicBezTo>
                <a:lnTo>
                  <a:pt x="2732804" y="2048280"/>
                </a:lnTo>
                <a:cubicBezTo>
                  <a:pt x="2732804" y="2090646"/>
                  <a:pt x="2698459" y="2124990"/>
                  <a:pt x="2656094" y="2124990"/>
                </a:cubicBezTo>
                <a:lnTo>
                  <a:pt x="76710" y="2124990"/>
                </a:lnTo>
                <a:cubicBezTo>
                  <a:pt x="34344" y="2124990"/>
                  <a:pt x="0" y="2090646"/>
                  <a:pt x="0" y="2048280"/>
                </a:cubicBezTo>
                <a:lnTo>
                  <a:pt x="0" y="76710"/>
                </a:lnTo>
                <a:cubicBezTo>
                  <a:pt x="0" y="34344"/>
                  <a:pt x="34344" y="0"/>
                  <a:pt x="7671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9397399C-CCB6-BBFD-DE11-724DB808BF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800" y="4083050"/>
            <a:ext cx="2732400" cy="1489075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Headline4">
            <a:extLst>
              <a:ext uri="{FF2B5EF4-FFF2-40B4-BE49-F238E27FC236}">
                <a16:creationId xmlns:a16="http://schemas.microsoft.com/office/drawing/2014/main" id="{77414A51-69A6-8EB6-6A51-45B59EA075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08000" y="1849438"/>
            <a:ext cx="2725200" cy="227012"/>
          </a:xfrm>
        </p:spPr>
        <p:txBody>
          <a:bodyPr/>
          <a:lstStyle>
            <a:lvl1pPr marL="0" indent="0">
              <a:buNone/>
              <a:defRPr sz="1200" b="0">
                <a:latin typeface="+mn-lt"/>
              </a:defRPr>
            </a:lvl1pPr>
            <a:lvl2pPr marL="216000" indent="0">
              <a:buNone/>
              <a:defRPr sz="1200" b="1">
                <a:latin typeface="+mn-lt"/>
              </a:defRPr>
            </a:lvl2pPr>
            <a:lvl3pPr marL="432000" indent="0">
              <a:buNone/>
              <a:defRPr sz="1200" b="1">
                <a:latin typeface="+mn-lt"/>
              </a:defRPr>
            </a:lvl3pPr>
            <a:lvl4pPr marL="648000" indent="0">
              <a:buNone/>
              <a:defRPr sz="1200" b="1">
                <a:latin typeface="+mn-lt"/>
              </a:defRPr>
            </a:lvl4pPr>
            <a:lvl5pPr marL="900000" indent="0">
              <a:buNone/>
              <a:defRPr sz="1200" b="1">
                <a:latin typeface="+mn-lt"/>
              </a:defRPr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A990B7-14A5-6A0B-A753-F2CB7DF6ABC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08000" y="2085975"/>
            <a:ext cx="2725200" cy="1888452"/>
          </a:xfrm>
          <a:custGeom>
            <a:avLst/>
            <a:gdLst>
              <a:gd name="connsiteX0" fmla="*/ 76710 w 2732804"/>
              <a:gd name="connsiteY0" fmla="*/ 0 h 2124990"/>
              <a:gd name="connsiteX1" fmla="*/ 2656094 w 2732804"/>
              <a:gd name="connsiteY1" fmla="*/ 0 h 2124990"/>
              <a:gd name="connsiteX2" fmla="*/ 2732804 w 2732804"/>
              <a:gd name="connsiteY2" fmla="*/ 76710 h 2124990"/>
              <a:gd name="connsiteX3" fmla="*/ 2732804 w 2732804"/>
              <a:gd name="connsiteY3" fmla="*/ 2048280 h 2124990"/>
              <a:gd name="connsiteX4" fmla="*/ 2656094 w 2732804"/>
              <a:gd name="connsiteY4" fmla="*/ 2124990 h 2124990"/>
              <a:gd name="connsiteX5" fmla="*/ 76710 w 2732804"/>
              <a:gd name="connsiteY5" fmla="*/ 2124990 h 2124990"/>
              <a:gd name="connsiteX6" fmla="*/ 0 w 2732804"/>
              <a:gd name="connsiteY6" fmla="*/ 2048280 h 2124990"/>
              <a:gd name="connsiteX7" fmla="*/ 0 w 2732804"/>
              <a:gd name="connsiteY7" fmla="*/ 76710 h 2124990"/>
              <a:gd name="connsiteX8" fmla="*/ 76710 w 2732804"/>
              <a:gd name="connsiteY8" fmla="*/ 0 h 2124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2804" h="2124990">
                <a:moveTo>
                  <a:pt x="76710" y="0"/>
                </a:moveTo>
                <a:lnTo>
                  <a:pt x="2656094" y="0"/>
                </a:lnTo>
                <a:cubicBezTo>
                  <a:pt x="2698459" y="0"/>
                  <a:pt x="2732804" y="34344"/>
                  <a:pt x="2732804" y="76710"/>
                </a:cubicBezTo>
                <a:lnTo>
                  <a:pt x="2732804" y="2048280"/>
                </a:lnTo>
                <a:cubicBezTo>
                  <a:pt x="2732804" y="2090646"/>
                  <a:pt x="2698459" y="2124990"/>
                  <a:pt x="2656094" y="2124990"/>
                </a:cubicBezTo>
                <a:lnTo>
                  <a:pt x="76710" y="2124990"/>
                </a:lnTo>
                <a:cubicBezTo>
                  <a:pt x="34344" y="2124990"/>
                  <a:pt x="0" y="2090646"/>
                  <a:pt x="0" y="2048280"/>
                </a:cubicBezTo>
                <a:lnTo>
                  <a:pt x="0" y="76710"/>
                </a:lnTo>
                <a:cubicBezTo>
                  <a:pt x="0" y="34344"/>
                  <a:pt x="34344" y="0"/>
                  <a:pt x="7671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2E811D8F-5F72-991D-39A1-3C1942C158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08000" y="4083050"/>
            <a:ext cx="2725200" cy="1489075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EA7C3A8-78E6-89D6-8F82-9D080A7284E9}"/>
              </a:ext>
            </a:extLst>
          </p:cNvPr>
          <p:cNvSpPr>
            <a:spLocks noGrp="1"/>
          </p:cNvSpPr>
          <p:nvPr>
            <p:ph type="subTitle" idx="24" hasCustomPrompt="1"/>
          </p:nvPr>
        </p:nvSpPr>
        <p:spPr>
          <a:xfrm>
            <a:off x="1583634" y="6346800"/>
            <a:ext cx="8304904" cy="255600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tabLst>
                <a:tab pos="85725" algn="l"/>
              </a:tabLst>
              <a:defRPr sz="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footnote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CB46D-3B1C-3AE7-6555-EBB0B6687AB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/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6CE5C-3E83-AF5B-0E83-CF9D9941B74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226602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statement w white logotyp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DF733C-EF05-94AB-BF85-916379DB5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8000"/>
            <a:ext cx="12192000" cy="6894000"/>
          </a:xfrm>
          <a:custGeom>
            <a:avLst/>
            <a:gdLst>
              <a:gd name="connsiteX0" fmla="*/ 1191539 w 12192000"/>
              <a:gd name="connsiteY0" fmla="*/ 6556402 h 6894000"/>
              <a:gd name="connsiteX1" fmla="*/ 1191539 w 12192000"/>
              <a:gd name="connsiteY1" fmla="*/ 6563581 h 6894000"/>
              <a:gd name="connsiteX2" fmla="*/ 1161180 w 12192000"/>
              <a:gd name="connsiteY2" fmla="*/ 6590866 h 6894000"/>
              <a:gd name="connsiteX3" fmla="*/ 1141896 w 12192000"/>
              <a:gd name="connsiteY3" fmla="*/ 6576095 h 6894000"/>
              <a:gd name="connsiteX4" fmla="*/ 1163641 w 12192000"/>
              <a:gd name="connsiteY4" fmla="*/ 6559069 h 6894000"/>
              <a:gd name="connsiteX5" fmla="*/ 991544 w 12192000"/>
              <a:gd name="connsiteY5" fmla="*/ 6516399 h 6894000"/>
              <a:gd name="connsiteX6" fmla="*/ 1023546 w 12192000"/>
              <a:gd name="connsiteY6" fmla="*/ 6551274 h 6894000"/>
              <a:gd name="connsiteX7" fmla="*/ 991544 w 12192000"/>
              <a:gd name="connsiteY7" fmla="*/ 6586352 h 6894000"/>
              <a:gd name="connsiteX8" fmla="*/ 958722 w 12192000"/>
              <a:gd name="connsiteY8" fmla="*/ 6551274 h 6894000"/>
              <a:gd name="connsiteX9" fmla="*/ 991544 w 12192000"/>
              <a:gd name="connsiteY9" fmla="*/ 6516399 h 6894000"/>
              <a:gd name="connsiteX10" fmla="*/ 879514 w 12192000"/>
              <a:gd name="connsiteY10" fmla="*/ 6516195 h 6894000"/>
              <a:gd name="connsiteX11" fmla="*/ 911926 w 12192000"/>
              <a:gd name="connsiteY11" fmla="*/ 6545120 h 6894000"/>
              <a:gd name="connsiteX12" fmla="*/ 846693 w 12192000"/>
              <a:gd name="connsiteY12" fmla="*/ 6545120 h 6894000"/>
              <a:gd name="connsiteX13" fmla="*/ 879514 w 12192000"/>
              <a:gd name="connsiteY13" fmla="*/ 6516195 h 6894000"/>
              <a:gd name="connsiteX14" fmla="*/ 1061499 w 12192000"/>
              <a:gd name="connsiteY14" fmla="*/ 6503475 h 6894000"/>
              <a:gd name="connsiteX15" fmla="*/ 1061499 w 12192000"/>
              <a:gd name="connsiteY15" fmla="*/ 6603379 h 6894000"/>
              <a:gd name="connsiteX16" fmla="*/ 1077909 w 12192000"/>
              <a:gd name="connsiteY16" fmla="*/ 6603379 h 6894000"/>
              <a:gd name="connsiteX17" fmla="*/ 1077909 w 12192000"/>
              <a:gd name="connsiteY17" fmla="*/ 6540401 h 6894000"/>
              <a:gd name="connsiteX18" fmla="*/ 1101913 w 12192000"/>
              <a:gd name="connsiteY18" fmla="*/ 6519682 h 6894000"/>
              <a:gd name="connsiteX19" fmla="*/ 1115656 w 12192000"/>
              <a:gd name="connsiteY19" fmla="*/ 6519682 h 6894000"/>
              <a:gd name="connsiteX20" fmla="*/ 1115656 w 12192000"/>
              <a:gd name="connsiteY20" fmla="*/ 6503475 h 6894000"/>
              <a:gd name="connsiteX21" fmla="*/ 1101707 w 12192000"/>
              <a:gd name="connsiteY21" fmla="*/ 6503475 h 6894000"/>
              <a:gd name="connsiteX22" fmla="*/ 1078526 w 12192000"/>
              <a:gd name="connsiteY22" fmla="*/ 6519271 h 6894000"/>
              <a:gd name="connsiteX23" fmla="*/ 1076679 w 12192000"/>
              <a:gd name="connsiteY23" fmla="*/ 6519271 h 6894000"/>
              <a:gd name="connsiteX24" fmla="*/ 1076679 w 12192000"/>
              <a:gd name="connsiteY24" fmla="*/ 6503475 h 6894000"/>
              <a:gd name="connsiteX25" fmla="*/ 1168565 w 12192000"/>
              <a:gd name="connsiteY25" fmla="*/ 6501423 h 6894000"/>
              <a:gd name="connsiteX26" fmla="*/ 1126715 w 12192000"/>
              <a:gd name="connsiteY26" fmla="*/ 6526246 h 6894000"/>
              <a:gd name="connsiteX27" fmla="*/ 1140870 w 12192000"/>
              <a:gd name="connsiteY27" fmla="*/ 6534247 h 6894000"/>
              <a:gd name="connsiteX28" fmla="*/ 1168769 w 12192000"/>
              <a:gd name="connsiteY28" fmla="*/ 6516195 h 6894000"/>
              <a:gd name="connsiteX29" fmla="*/ 1191539 w 12192000"/>
              <a:gd name="connsiteY29" fmla="*/ 6538760 h 6894000"/>
              <a:gd name="connsiteX30" fmla="*/ 1191539 w 12192000"/>
              <a:gd name="connsiteY30" fmla="*/ 6543068 h 6894000"/>
              <a:gd name="connsiteX31" fmla="*/ 1162411 w 12192000"/>
              <a:gd name="connsiteY31" fmla="*/ 6545735 h 6894000"/>
              <a:gd name="connsiteX32" fmla="*/ 1125280 w 12192000"/>
              <a:gd name="connsiteY32" fmla="*/ 6577121 h 6894000"/>
              <a:gd name="connsiteX33" fmla="*/ 1155846 w 12192000"/>
              <a:gd name="connsiteY33" fmla="*/ 6605636 h 6894000"/>
              <a:gd name="connsiteX34" fmla="*/ 1190718 w 12192000"/>
              <a:gd name="connsiteY34" fmla="*/ 6585122 h 6894000"/>
              <a:gd name="connsiteX35" fmla="*/ 1192156 w 12192000"/>
              <a:gd name="connsiteY35" fmla="*/ 6585122 h 6894000"/>
              <a:gd name="connsiteX36" fmla="*/ 1192156 w 12192000"/>
              <a:gd name="connsiteY36" fmla="*/ 6586148 h 6894000"/>
              <a:gd name="connsiteX37" fmla="*/ 1209387 w 12192000"/>
              <a:gd name="connsiteY37" fmla="*/ 6603379 h 6894000"/>
              <a:gd name="connsiteX38" fmla="*/ 1220055 w 12192000"/>
              <a:gd name="connsiteY38" fmla="*/ 6603379 h 6894000"/>
              <a:gd name="connsiteX39" fmla="*/ 1220055 w 12192000"/>
              <a:gd name="connsiteY39" fmla="*/ 6588198 h 6894000"/>
              <a:gd name="connsiteX40" fmla="*/ 1207952 w 12192000"/>
              <a:gd name="connsiteY40" fmla="*/ 6588198 h 6894000"/>
              <a:gd name="connsiteX41" fmla="*/ 1207952 w 12192000"/>
              <a:gd name="connsiteY41" fmla="*/ 6538554 h 6894000"/>
              <a:gd name="connsiteX42" fmla="*/ 1168565 w 12192000"/>
              <a:gd name="connsiteY42" fmla="*/ 6501423 h 6894000"/>
              <a:gd name="connsiteX43" fmla="*/ 879514 w 12192000"/>
              <a:gd name="connsiteY43" fmla="*/ 6501423 h 6894000"/>
              <a:gd name="connsiteX44" fmla="*/ 830075 w 12192000"/>
              <a:gd name="connsiteY44" fmla="*/ 6553530 h 6894000"/>
              <a:gd name="connsiteX45" fmla="*/ 880541 w 12192000"/>
              <a:gd name="connsiteY45" fmla="*/ 6605635 h 6894000"/>
              <a:gd name="connsiteX46" fmla="*/ 925877 w 12192000"/>
              <a:gd name="connsiteY46" fmla="*/ 6581840 h 6894000"/>
              <a:gd name="connsiteX47" fmla="*/ 912132 w 12192000"/>
              <a:gd name="connsiteY47" fmla="*/ 6573019 h 6894000"/>
              <a:gd name="connsiteX48" fmla="*/ 880746 w 12192000"/>
              <a:gd name="connsiteY48" fmla="*/ 6590661 h 6894000"/>
              <a:gd name="connsiteX49" fmla="*/ 846693 w 12192000"/>
              <a:gd name="connsiteY49" fmla="*/ 6558658 h 6894000"/>
              <a:gd name="connsiteX50" fmla="*/ 928133 w 12192000"/>
              <a:gd name="connsiteY50" fmla="*/ 6558658 h 6894000"/>
              <a:gd name="connsiteX51" fmla="*/ 928133 w 12192000"/>
              <a:gd name="connsiteY51" fmla="*/ 6549017 h 6894000"/>
              <a:gd name="connsiteX52" fmla="*/ 879514 w 12192000"/>
              <a:gd name="connsiteY52" fmla="*/ 6501423 h 6894000"/>
              <a:gd name="connsiteX53" fmla="*/ 988261 w 12192000"/>
              <a:gd name="connsiteY53" fmla="*/ 6501219 h 6894000"/>
              <a:gd name="connsiteX54" fmla="*/ 941900 w 12192000"/>
              <a:gd name="connsiteY54" fmla="*/ 6551274 h 6894000"/>
              <a:gd name="connsiteX55" fmla="*/ 988261 w 12192000"/>
              <a:gd name="connsiteY55" fmla="*/ 6601533 h 6894000"/>
              <a:gd name="connsiteX56" fmla="*/ 1021084 w 12192000"/>
              <a:gd name="connsiteY56" fmla="*/ 6584507 h 6894000"/>
              <a:gd name="connsiteX57" fmla="*/ 1023340 w 12192000"/>
              <a:gd name="connsiteY57" fmla="*/ 6584507 h 6894000"/>
              <a:gd name="connsiteX58" fmla="*/ 1023340 w 12192000"/>
              <a:gd name="connsiteY58" fmla="*/ 6627586 h 6894000"/>
              <a:gd name="connsiteX59" fmla="*/ 957490 w 12192000"/>
              <a:gd name="connsiteY59" fmla="*/ 6627586 h 6894000"/>
              <a:gd name="connsiteX60" fmla="*/ 957490 w 12192000"/>
              <a:gd name="connsiteY60" fmla="*/ 6642767 h 6894000"/>
              <a:gd name="connsiteX61" fmla="*/ 1006109 w 12192000"/>
              <a:gd name="connsiteY61" fmla="*/ 6642767 h 6894000"/>
              <a:gd name="connsiteX62" fmla="*/ 1039751 w 12192000"/>
              <a:gd name="connsiteY62" fmla="*/ 6607687 h 6894000"/>
              <a:gd name="connsiteX63" fmla="*/ 1039751 w 12192000"/>
              <a:gd name="connsiteY63" fmla="*/ 6503475 h 6894000"/>
              <a:gd name="connsiteX64" fmla="*/ 1023750 w 12192000"/>
              <a:gd name="connsiteY64" fmla="*/ 6503475 h 6894000"/>
              <a:gd name="connsiteX65" fmla="*/ 1023750 w 12192000"/>
              <a:gd name="connsiteY65" fmla="*/ 6518862 h 6894000"/>
              <a:gd name="connsiteX66" fmla="*/ 1021494 w 12192000"/>
              <a:gd name="connsiteY66" fmla="*/ 6518862 h 6894000"/>
              <a:gd name="connsiteX67" fmla="*/ 988261 w 12192000"/>
              <a:gd name="connsiteY67" fmla="*/ 6501219 h 6894000"/>
              <a:gd name="connsiteX68" fmla="*/ 775502 w 12192000"/>
              <a:gd name="connsiteY68" fmla="*/ 6475987 h 6894000"/>
              <a:gd name="connsiteX69" fmla="*/ 775502 w 12192000"/>
              <a:gd name="connsiteY69" fmla="*/ 6503475 h 6894000"/>
              <a:gd name="connsiteX70" fmla="*/ 757039 w 12192000"/>
              <a:gd name="connsiteY70" fmla="*/ 6503475 h 6894000"/>
              <a:gd name="connsiteX71" fmla="*/ 757039 w 12192000"/>
              <a:gd name="connsiteY71" fmla="*/ 6518656 h 6894000"/>
              <a:gd name="connsiteX72" fmla="*/ 775502 w 12192000"/>
              <a:gd name="connsiteY72" fmla="*/ 6518656 h 6894000"/>
              <a:gd name="connsiteX73" fmla="*/ 775502 w 12192000"/>
              <a:gd name="connsiteY73" fmla="*/ 6579994 h 6894000"/>
              <a:gd name="connsiteX74" fmla="*/ 798889 w 12192000"/>
              <a:gd name="connsiteY74" fmla="*/ 6603379 h 6894000"/>
              <a:gd name="connsiteX75" fmla="*/ 819812 w 12192000"/>
              <a:gd name="connsiteY75" fmla="*/ 6603379 h 6894000"/>
              <a:gd name="connsiteX76" fmla="*/ 819812 w 12192000"/>
              <a:gd name="connsiteY76" fmla="*/ 6588198 h 6894000"/>
              <a:gd name="connsiteX77" fmla="*/ 791913 w 12192000"/>
              <a:gd name="connsiteY77" fmla="*/ 6588198 h 6894000"/>
              <a:gd name="connsiteX78" fmla="*/ 791913 w 12192000"/>
              <a:gd name="connsiteY78" fmla="*/ 6518656 h 6894000"/>
              <a:gd name="connsiteX79" fmla="*/ 819812 w 12192000"/>
              <a:gd name="connsiteY79" fmla="*/ 6518656 h 6894000"/>
              <a:gd name="connsiteX80" fmla="*/ 819812 w 12192000"/>
              <a:gd name="connsiteY80" fmla="*/ 6503475 h 6894000"/>
              <a:gd name="connsiteX81" fmla="*/ 791913 w 12192000"/>
              <a:gd name="connsiteY81" fmla="*/ 6503475 h 6894000"/>
              <a:gd name="connsiteX82" fmla="*/ 791913 w 12192000"/>
              <a:gd name="connsiteY82" fmla="*/ 6475987 h 6894000"/>
              <a:gd name="connsiteX83" fmla="*/ 429972 w 12192000"/>
              <a:gd name="connsiteY83" fmla="*/ 6460090 h 6894000"/>
              <a:gd name="connsiteX84" fmla="*/ 419945 w 12192000"/>
              <a:gd name="connsiteY84" fmla="*/ 6531706 h 6894000"/>
              <a:gd name="connsiteX85" fmla="*/ 359788 w 12192000"/>
              <a:gd name="connsiteY85" fmla="*/ 6531706 h 6894000"/>
              <a:gd name="connsiteX86" fmla="*/ 359788 w 12192000"/>
              <a:gd name="connsiteY86" fmla="*/ 6603322 h 6894000"/>
              <a:gd name="connsiteX87" fmla="*/ 419945 w 12192000"/>
              <a:gd name="connsiteY87" fmla="*/ 6531706 h 6894000"/>
              <a:gd name="connsiteX88" fmla="*/ 500155 w 12192000"/>
              <a:gd name="connsiteY88" fmla="*/ 6531706 h 6894000"/>
              <a:gd name="connsiteX89" fmla="*/ 560313 w 12192000"/>
              <a:gd name="connsiteY89" fmla="*/ 6603322 h 6894000"/>
              <a:gd name="connsiteX90" fmla="*/ 560313 w 12192000"/>
              <a:gd name="connsiteY90" fmla="*/ 6531706 h 6894000"/>
              <a:gd name="connsiteX91" fmla="*/ 500155 w 12192000"/>
              <a:gd name="connsiteY91" fmla="*/ 6531706 h 6894000"/>
              <a:gd name="connsiteX92" fmla="*/ 490129 w 12192000"/>
              <a:gd name="connsiteY92" fmla="*/ 6460090 h 6894000"/>
              <a:gd name="connsiteX93" fmla="*/ 686495 w 12192000"/>
              <a:gd name="connsiteY93" fmla="*/ 6457524 h 6894000"/>
              <a:gd name="connsiteX94" fmla="*/ 633158 w 12192000"/>
              <a:gd name="connsiteY94" fmla="*/ 6496911 h 6894000"/>
              <a:gd name="connsiteX95" fmla="*/ 675008 w 12192000"/>
              <a:gd name="connsiteY95" fmla="*/ 6535273 h 6894000"/>
              <a:gd name="connsiteX96" fmla="*/ 699419 w 12192000"/>
              <a:gd name="connsiteY96" fmla="*/ 6539786 h 6894000"/>
              <a:gd name="connsiteX97" fmla="*/ 730190 w 12192000"/>
              <a:gd name="connsiteY97" fmla="*/ 6563787 h 6894000"/>
              <a:gd name="connsiteX98" fmla="*/ 691419 w 12192000"/>
              <a:gd name="connsiteY98" fmla="*/ 6589635 h 6894000"/>
              <a:gd name="connsiteX99" fmla="*/ 645467 w 12192000"/>
              <a:gd name="connsiteY99" fmla="*/ 6554351 h 6894000"/>
              <a:gd name="connsiteX100" fmla="*/ 628031 w 12192000"/>
              <a:gd name="connsiteY100" fmla="*/ 6559684 h 6894000"/>
              <a:gd name="connsiteX101" fmla="*/ 691009 w 12192000"/>
              <a:gd name="connsiteY101" fmla="*/ 6605636 h 6894000"/>
              <a:gd name="connsiteX102" fmla="*/ 747629 w 12192000"/>
              <a:gd name="connsiteY102" fmla="*/ 6563581 h 6894000"/>
              <a:gd name="connsiteX103" fmla="*/ 703111 w 12192000"/>
              <a:gd name="connsiteY103" fmla="*/ 6522759 h 6894000"/>
              <a:gd name="connsiteX104" fmla="*/ 678700 w 12192000"/>
              <a:gd name="connsiteY104" fmla="*/ 6518451 h 6894000"/>
              <a:gd name="connsiteX105" fmla="*/ 650801 w 12192000"/>
              <a:gd name="connsiteY105" fmla="*/ 6496091 h 6894000"/>
              <a:gd name="connsiteX106" fmla="*/ 686495 w 12192000"/>
              <a:gd name="connsiteY106" fmla="*/ 6473320 h 6894000"/>
              <a:gd name="connsiteX107" fmla="*/ 729166 w 12192000"/>
              <a:gd name="connsiteY107" fmla="*/ 6501423 h 6894000"/>
              <a:gd name="connsiteX108" fmla="*/ 746397 w 12192000"/>
              <a:gd name="connsiteY108" fmla="*/ 6495680 h 6894000"/>
              <a:gd name="connsiteX109" fmla="*/ 686495 w 12192000"/>
              <a:gd name="connsiteY109" fmla="*/ 6457524 h 6894000"/>
              <a:gd name="connsiteX110" fmla="*/ 0 w 12192000"/>
              <a:gd name="connsiteY110" fmla="*/ 0 h 6894000"/>
              <a:gd name="connsiteX111" fmla="*/ 12192000 w 12192000"/>
              <a:gd name="connsiteY111" fmla="*/ 0 h 6894000"/>
              <a:gd name="connsiteX112" fmla="*/ 12192000 w 12192000"/>
              <a:gd name="connsiteY112" fmla="*/ 6894000 h 6894000"/>
              <a:gd name="connsiteX113" fmla="*/ 0 w 12192000"/>
              <a:gd name="connsiteY113" fmla="*/ 6894000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12192000" h="6894000">
                <a:moveTo>
                  <a:pt x="1191539" y="6556402"/>
                </a:moveTo>
                <a:lnTo>
                  <a:pt x="1191539" y="6563581"/>
                </a:lnTo>
                <a:cubicBezTo>
                  <a:pt x="1191539" y="6582661"/>
                  <a:pt x="1174923" y="6590866"/>
                  <a:pt x="1161180" y="6590866"/>
                </a:cubicBezTo>
                <a:cubicBezTo>
                  <a:pt x="1151332" y="6590866"/>
                  <a:pt x="1141896" y="6586763"/>
                  <a:pt x="1141896" y="6576095"/>
                </a:cubicBezTo>
                <a:cubicBezTo>
                  <a:pt x="1141896" y="6566248"/>
                  <a:pt x="1150102" y="6560299"/>
                  <a:pt x="1163641" y="6559069"/>
                </a:cubicBezTo>
                <a:close/>
                <a:moveTo>
                  <a:pt x="991544" y="6516399"/>
                </a:moveTo>
                <a:cubicBezTo>
                  <a:pt x="1007750" y="6516399"/>
                  <a:pt x="1023546" y="6525836"/>
                  <a:pt x="1023546" y="6551274"/>
                </a:cubicBezTo>
                <a:cubicBezTo>
                  <a:pt x="1023546" y="6576710"/>
                  <a:pt x="1007750" y="6586352"/>
                  <a:pt x="991544" y="6586352"/>
                </a:cubicBezTo>
                <a:cubicBezTo>
                  <a:pt x="975338" y="6586352"/>
                  <a:pt x="958722" y="6576506"/>
                  <a:pt x="958722" y="6551274"/>
                </a:cubicBezTo>
                <a:cubicBezTo>
                  <a:pt x="958722" y="6526040"/>
                  <a:pt x="975338" y="6516399"/>
                  <a:pt x="991544" y="6516399"/>
                </a:cubicBezTo>
                <a:close/>
                <a:moveTo>
                  <a:pt x="879514" y="6516195"/>
                </a:moveTo>
                <a:cubicBezTo>
                  <a:pt x="896951" y="6516195"/>
                  <a:pt x="910491" y="6527681"/>
                  <a:pt x="911926" y="6545120"/>
                </a:cubicBezTo>
                <a:lnTo>
                  <a:pt x="846693" y="6545120"/>
                </a:lnTo>
                <a:cubicBezTo>
                  <a:pt x="848332" y="6527477"/>
                  <a:pt x="863309" y="6516195"/>
                  <a:pt x="879514" y="6516195"/>
                </a:cubicBezTo>
                <a:close/>
                <a:moveTo>
                  <a:pt x="1061499" y="6503475"/>
                </a:moveTo>
                <a:lnTo>
                  <a:pt x="1061499" y="6603379"/>
                </a:lnTo>
                <a:lnTo>
                  <a:pt x="1077909" y="6603379"/>
                </a:lnTo>
                <a:lnTo>
                  <a:pt x="1077909" y="6540401"/>
                </a:lnTo>
                <a:cubicBezTo>
                  <a:pt x="1077909" y="6526861"/>
                  <a:pt x="1085295" y="6519682"/>
                  <a:pt x="1101913" y="6519682"/>
                </a:cubicBezTo>
                <a:lnTo>
                  <a:pt x="1115656" y="6519682"/>
                </a:lnTo>
                <a:lnTo>
                  <a:pt x="1115656" y="6503475"/>
                </a:lnTo>
                <a:lnTo>
                  <a:pt x="1101707" y="6503475"/>
                </a:lnTo>
                <a:cubicBezTo>
                  <a:pt x="1088168" y="6503475"/>
                  <a:pt x="1081809" y="6510040"/>
                  <a:pt x="1078526" y="6519271"/>
                </a:cubicBezTo>
                <a:lnTo>
                  <a:pt x="1076679" y="6519271"/>
                </a:lnTo>
                <a:lnTo>
                  <a:pt x="1076679" y="6503475"/>
                </a:lnTo>
                <a:close/>
                <a:moveTo>
                  <a:pt x="1168565" y="6501423"/>
                </a:moveTo>
                <a:cubicBezTo>
                  <a:pt x="1148255" y="6501423"/>
                  <a:pt x="1132869" y="6511065"/>
                  <a:pt x="1126715" y="6526246"/>
                </a:cubicBezTo>
                <a:lnTo>
                  <a:pt x="1140870" y="6534247"/>
                </a:lnTo>
                <a:cubicBezTo>
                  <a:pt x="1144769" y="6523169"/>
                  <a:pt x="1154205" y="6516195"/>
                  <a:pt x="1168769" y="6516195"/>
                </a:cubicBezTo>
                <a:cubicBezTo>
                  <a:pt x="1183129" y="6516195"/>
                  <a:pt x="1191539" y="6522553"/>
                  <a:pt x="1191539" y="6538760"/>
                </a:cubicBezTo>
                <a:lnTo>
                  <a:pt x="1191539" y="6543068"/>
                </a:lnTo>
                <a:lnTo>
                  <a:pt x="1162411" y="6545735"/>
                </a:lnTo>
                <a:cubicBezTo>
                  <a:pt x="1141281" y="6547581"/>
                  <a:pt x="1125280" y="6557633"/>
                  <a:pt x="1125280" y="6577121"/>
                </a:cubicBezTo>
                <a:cubicBezTo>
                  <a:pt x="1125280" y="6593123"/>
                  <a:pt x="1136153" y="6605636"/>
                  <a:pt x="1155846" y="6605636"/>
                </a:cubicBezTo>
                <a:cubicBezTo>
                  <a:pt x="1171436" y="6605636"/>
                  <a:pt x="1184361" y="6598046"/>
                  <a:pt x="1190718" y="6585122"/>
                </a:cubicBezTo>
                <a:lnTo>
                  <a:pt x="1192156" y="6585122"/>
                </a:lnTo>
                <a:lnTo>
                  <a:pt x="1192156" y="6586148"/>
                </a:lnTo>
                <a:cubicBezTo>
                  <a:pt x="1192156" y="6597020"/>
                  <a:pt x="1198515" y="6603379"/>
                  <a:pt x="1209387" y="6603379"/>
                </a:cubicBezTo>
                <a:lnTo>
                  <a:pt x="1220055" y="6603379"/>
                </a:lnTo>
                <a:lnTo>
                  <a:pt x="1220055" y="6588198"/>
                </a:lnTo>
                <a:lnTo>
                  <a:pt x="1207952" y="6588198"/>
                </a:lnTo>
                <a:lnTo>
                  <a:pt x="1207952" y="6538554"/>
                </a:lnTo>
                <a:cubicBezTo>
                  <a:pt x="1207952" y="6514348"/>
                  <a:pt x="1192771" y="6501423"/>
                  <a:pt x="1168565" y="6501423"/>
                </a:cubicBezTo>
                <a:close/>
                <a:moveTo>
                  <a:pt x="879514" y="6501423"/>
                </a:moveTo>
                <a:cubicBezTo>
                  <a:pt x="848538" y="6501423"/>
                  <a:pt x="830075" y="6524605"/>
                  <a:pt x="830075" y="6553530"/>
                </a:cubicBezTo>
                <a:cubicBezTo>
                  <a:pt x="830075" y="6583070"/>
                  <a:pt x="850385" y="6605635"/>
                  <a:pt x="880541" y="6605635"/>
                </a:cubicBezTo>
                <a:cubicBezTo>
                  <a:pt x="901054" y="6605635"/>
                  <a:pt x="917465" y="6594969"/>
                  <a:pt x="925877" y="6581840"/>
                </a:cubicBezTo>
                <a:lnTo>
                  <a:pt x="912132" y="6573019"/>
                </a:lnTo>
                <a:cubicBezTo>
                  <a:pt x="906593" y="6582455"/>
                  <a:pt x="894901" y="6590661"/>
                  <a:pt x="880746" y="6590661"/>
                </a:cubicBezTo>
                <a:cubicBezTo>
                  <a:pt x="862898" y="6590661"/>
                  <a:pt x="848538" y="6577736"/>
                  <a:pt x="846693" y="6558658"/>
                </a:cubicBezTo>
                <a:lnTo>
                  <a:pt x="928133" y="6558658"/>
                </a:lnTo>
                <a:lnTo>
                  <a:pt x="928133" y="6549017"/>
                </a:lnTo>
                <a:cubicBezTo>
                  <a:pt x="928133" y="6523784"/>
                  <a:pt x="909876" y="6501423"/>
                  <a:pt x="879514" y="6501423"/>
                </a:cubicBezTo>
                <a:close/>
                <a:moveTo>
                  <a:pt x="988261" y="6501219"/>
                </a:moveTo>
                <a:cubicBezTo>
                  <a:pt x="962209" y="6501219"/>
                  <a:pt x="941900" y="6520092"/>
                  <a:pt x="941900" y="6551274"/>
                </a:cubicBezTo>
                <a:cubicBezTo>
                  <a:pt x="941900" y="6582455"/>
                  <a:pt x="962209" y="6601533"/>
                  <a:pt x="988261" y="6601533"/>
                </a:cubicBezTo>
                <a:cubicBezTo>
                  <a:pt x="1003645" y="6601533"/>
                  <a:pt x="1014108" y="6594969"/>
                  <a:pt x="1021084" y="6584507"/>
                </a:cubicBezTo>
                <a:lnTo>
                  <a:pt x="1023340" y="6584507"/>
                </a:lnTo>
                <a:lnTo>
                  <a:pt x="1023340" y="6627586"/>
                </a:lnTo>
                <a:lnTo>
                  <a:pt x="957490" y="6627586"/>
                </a:lnTo>
                <a:lnTo>
                  <a:pt x="957490" y="6642767"/>
                </a:lnTo>
                <a:lnTo>
                  <a:pt x="1006109" y="6642767"/>
                </a:lnTo>
                <a:cubicBezTo>
                  <a:pt x="1031750" y="6642767"/>
                  <a:pt x="1039751" y="6633330"/>
                  <a:pt x="1039751" y="6607687"/>
                </a:cubicBezTo>
                <a:lnTo>
                  <a:pt x="1039751" y="6503475"/>
                </a:lnTo>
                <a:lnTo>
                  <a:pt x="1023750" y="6503475"/>
                </a:lnTo>
                <a:lnTo>
                  <a:pt x="1023750" y="6518862"/>
                </a:lnTo>
                <a:lnTo>
                  <a:pt x="1021494" y="6518862"/>
                </a:lnTo>
                <a:cubicBezTo>
                  <a:pt x="1014519" y="6508194"/>
                  <a:pt x="1003645" y="6501219"/>
                  <a:pt x="988261" y="6501219"/>
                </a:cubicBezTo>
                <a:close/>
                <a:moveTo>
                  <a:pt x="775502" y="6475987"/>
                </a:moveTo>
                <a:lnTo>
                  <a:pt x="775502" y="6503475"/>
                </a:lnTo>
                <a:lnTo>
                  <a:pt x="757039" y="6503475"/>
                </a:lnTo>
                <a:lnTo>
                  <a:pt x="757039" y="6518656"/>
                </a:lnTo>
                <a:lnTo>
                  <a:pt x="775502" y="6518656"/>
                </a:lnTo>
                <a:lnTo>
                  <a:pt x="775502" y="6579994"/>
                </a:lnTo>
                <a:cubicBezTo>
                  <a:pt x="775502" y="6597020"/>
                  <a:pt x="781862" y="6603379"/>
                  <a:pt x="798889" y="6603379"/>
                </a:cubicBezTo>
                <a:lnTo>
                  <a:pt x="819812" y="6603379"/>
                </a:lnTo>
                <a:lnTo>
                  <a:pt x="819812" y="6588198"/>
                </a:lnTo>
                <a:lnTo>
                  <a:pt x="791913" y="6588198"/>
                </a:lnTo>
                <a:lnTo>
                  <a:pt x="791913" y="6518656"/>
                </a:lnTo>
                <a:lnTo>
                  <a:pt x="819812" y="6518656"/>
                </a:lnTo>
                <a:lnTo>
                  <a:pt x="819812" y="6503475"/>
                </a:lnTo>
                <a:lnTo>
                  <a:pt x="791913" y="6503475"/>
                </a:lnTo>
                <a:lnTo>
                  <a:pt x="791913" y="6475987"/>
                </a:lnTo>
                <a:close/>
                <a:moveTo>
                  <a:pt x="429972" y="6460090"/>
                </a:moveTo>
                <a:cubicBezTo>
                  <a:pt x="429972" y="6484963"/>
                  <a:pt x="425881" y="6509833"/>
                  <a:pt x="419945" y="6531706"/>
                </a:cubicBezTo>
                <a:lnTo>
                  <a:pt x="359788" y="6531706"/>
                </a:lnTo>
                <a:lnTo>
                  <a:pt x="359788" y="6603322"/>
                </a:lnTo>
                <a:cubicBezTo>
                  <a:pt x="388683" y="6603322"/>
                  <a:pt x="408792" y="6572811"/>
                  <a:pt x="419945" y="6531706"/>
                </a:cubicBezTo>
                <a:lnTo>
                  <a:pt x="500155" y="6531706"/>
                </a:lnTo>
                <a:cubicBezTo>
                  <a:pt x="511309" y="6572811"/>
                  <a:pt x="531418" y="6603322"/>
                  <a:pt x="560313" y="6603322"/>
                </a:cubicBezTo>
                <a:lnTo>
                  <a:pt x="560313" y="6531706"/>
                </a:lnTo>
                <a:lnTo>
                  <a:pt x="500155" y="6531706"/>
                </a:lnTo>
                <a:cubicBezTo>
                  <a:pt x="494220" y="6509833"/>
                  <a:pt x="490129" y="6484963"/>
                  <a:pt x="490129" y="6460090"/>
                </a:cubicBezTo>
                <a:close/>
                <a:moveTo>
                  <a:pt x="686495" y="6457524"/>
                </a:moveTo>
                <a:cubicBezTo>
                  <a:pt x="660237" y="6457524"/>
                  <a:pt x="633158" y="6467370"/>
                  <a:pt x="633158" y="6496911"/>
                </a:cubicBezTo>
                <a:cubicBezTo>
                  <a:pt x="633158" y="6516195"/>
                  <a:pt x="644852" y="6529733"/>
                  <a:pt x="675008" y="6535273"/>
                </a:cubicBezTo>
                <a:lnTo>
                  <a:pt x="699419" y="6539786"/>
                </a:lnTo>
                <a:cubicBezTo>
                  <a:pt x="723627" y="6544299"/>
                  <a:pt x="730190" y="6552095"/>
                  <a:pt x="730190" y="6563787"/>
                </a:cubicBezTo>
                <a:cubicBezTo>
                  <a:pt x="730190" y="6584917"/>
                  <a:pt x="705984" y="6589430"/>
                  <a:pt x="691419" y="6589635"/>
                </a:cubicBezTo>
                <a:cubicBezTo>
                  <a:pt x="659416" y="6589635"/>
                  <a:pt x="648339" y="6570352"/>
                  <a:pt x="645467" y="6554351"/>
                </a:cubicBezTo>
                <a:lnTo>
                  <a:pt x="628031" y="6559684"/>
                </a:lnTo>
                <a:cubicBezTo>
                  <a:pt x="633364" y="6585328"/>
                  <a:pt x="652647" y="6605636"/>
                  <a:pt x="691009" y="6605636"/>
                </a:cubicBezTo>
                <a:cubicBezTo>
                  <a:pt x="716856" y="6605636"/>
                  <a:pt x="747629" y="6595790"/>
                  <a:pt x="747629" y="6563581"/>
                </a:cubicBezTo>
                <a:cubicBezTo>
                  <a:pt x="747629" y="6540401"/>
                  <a:pt x="731422" y="6527681"/>
                  <a:pt x="703111" y="6522759"/>
                </a:cubicBezTo>
                <a:lnTo>
                  <a:pt x="678700" y="6518451"/>
                </a:lnTo>
                <a:cubicBezTo>
                  <a:pt x="658186" y="6514758"/>
                  <a:pt x="650801" y="6506553"/>
                  <a:pt x="650801" y="6496091"/>
                </a:cubicBezTo>
                <a:cubicBezTo>
                  <a:pt x="650801" y="6479474"/>
                  <a:pt x="669264" y="6473320"/>
                  <a:pt x="686495" y="6473320"/>
                </a:cubicBezTo>
                <a:cubicBezTo>
                  <a:pt x="714806" y="6473320"/>
                  <a:pt x="726293" y="6488294"/>
                  <a:pt x="729166" y="6501423"/>
                </a:cubicBezTo>
                <a:lnTo>
                  <a:pt x="746397" y="6495680"/>
                </a:lnTo>
                <a:cubicBezTo>
                  <a:pt x="741473" y="6475987"/>
                  <a:pt x="724036" y="6457524"/>
                  <a:pt x="686495" y="645752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94000"/>
                </a:lnTo>
                <a:lnTo>
                  <a:pt x="0" y="68940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wrap="square" tIns="72000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Select placeholder and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0324" y="1429174"/>
            <a:ext cx="9529763" cy="3398414"/>
          </a:xfrm>
        </p:spPr>
        <p:txBody>
          <a:bodyPr anchor="ctr" anchorCtr="0">
            <a:noAutofit/>
          </a:bodyPr>
          <a:lstStyle>
            <a:lvl1pPr algn="ctr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large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C13C8-8DA0-EA50-B715-D72EEDCB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47F1A-3E6E-7415-E7B9-F5B65676C52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42843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statement w black logotyp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950EB99F-E480-8F75-F7F7-A567C4558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8000"/>
            <a:ext cx="12192000" cy="6894000"/>
          </a:xfrm>
          <a:custGeom>
            <a:avLst/>
            <a:gdLst>
              <a:gd name="connsiteX0" fmla="*/ 1191539 w 12192000"/>
              <a:gd name="connsiteY0" fmla="*/ 6556402 h 6894000"/>
              <a:gd name="connsiteX1" fmla="*/ 1191539 w 12192000"/>
              <a:gd name="connsiteY1" fmla="*/ 6563581 h 6894000"/>
              <a:gd name="connsiteX2" fmla="*/ 1161180 w 12192000"/>
              <a:gd name="connsiteY2" fmla="*/ 6590866 h 6894000"/>
              <a:gd name="connsiteX3" fmla="*/ 1141896 w 12192000"/>
              <a:gd name="connsiteY3" fmla="*/ 6576095 h 6894000"/>
              <a:gd name="connsiteX4" fmla="*/ 1163641 w 12192000"/>
              <a:gd name="connsiteY4" fmla="*/ 6559069 h 6894000"/>
              <a:gd name="connsiteX5" fmla="*/ 991544 w 12192000"/>
              <a:gd name="connsiteY5" fmla="*/ 6516399 h 6894000"/>
              <a:gd name="connsiteX6" fmla="*/ 1023546 w 12192000"/>
              <a:gd name="connsiteY6" fmla="*/ 6551274 h 6894000"/>
              <a:gd name="connsiteX7" fmla="*/ 991544 w 12192000"/>
              <a:gd name="connsiteY7" fmla="*/ 6586352 h 6894000"/>
              <a:gd name="connsiteX8" fmla="*/ 958722 w 12192000"/>
              <a:gd name="connsiteY8" fmla="*/ 6551274 h 6894000"/>
              <a:gd name="connsiteX9" fmla="*/ 991544 w 12192000"/>
              <a:gd name="connsiteY9" fmla="*/ 6516399 h 6894000"/>
              <a:gd name="connsiteX10" fmla="*/ 879514 w 12192000"/>
              <a:gd name="connsiteY10" fmla="*/ 6516195 h 6894000"/>
              <a:gd name="connsiteX11" fmla="*/ 911926 w 12192000"/>
              <a:gd name="connsiteY11" fmla="*/ 6545120 h 6894000"/>
              <a:gd name="connsiteX12" fmla="*/ 846693 w 12192000"/>
              <a:gd name="connsiteY12" fmla="*/ 6545120 h 6894000"/>
              <a:gd name="connsiteX13" fmla="*/ 879514 w 12192000"/>
              <a:gd name="connsiteY13" fmla="*/ 6516195 h 6894000"/>
              <a:gd name="connsiteX14" fmla="*/ 1061499 w 12192000"/>
              <a:gd name="connsiteY14" fmla="*/ 6503475 h 6894000"/>
              <a:gd name="connsiteX15" fmla="*/ 1061499 w 12192000"/>
              <a:gd name="connsiteY15" fmla="*/ 6603379 h 6894000"/>
              <a:gd name="connsiteX16" fmla="*/ 1077909 w 12192000"/>
              <a:gd name="connsiteY16" fmla="*/ 6603379 h 6894000"/>
              <a:gd name="connsiteX17" fmla="*/ 1077909 w 12192000"/>
              <a:gd name="connsiteY17" fmla="*/ 6540401 h 6894000"/>
              <a:gd name="connsiteX18" fmla="*/ 1101913 w 12192000"/>
              <a:gd name="connsiteY18" fmla="*/ 6519682 h 6894000"/>
              <a:gd name="connsiteX19" fmla="*/ 1115656 w 12192000"/>
              <a:gd name="connsiteY19" fmla="*/ 6519682 h 6894000"/>
              <a:gd name="connsiteX20" fmla="*/ 1115656 w 12192000"/>
              <a:gd name="connsiteY20" fmla="*/ 6503475 h 6894000"/>
              <a:gd name="connsiteX21" fmla="*/ 1101707 w 12192000"/>
              <a:gd name="connsiteY21" fmla="*/ 6503475 h 6894000"/>
              <a:gd name="connsiteX22" fmla="*/ 1078526 w 12192000"/>
              <a:gd name="connsiteY22" fmla="*/ 6519271 h 6894000"/>
              <a:gd name="connsiteX23" fmla="*/ 1076679 w 12192000"/>
              <a:gd name="connsiteY23" fmla="*/ 6519271 h 6894000"/>
              <a:gd name="connsiteX24" fmla="*/ 1076679 w 12192000"/>
              <a:gd name="connsiteY24" fmla="*/ 6503475 h 6894000"/>
              <a:gd name="connsiteX25" fmla="*/ 1168565 w 12192000"/>
              <a:gd name="connsiteY25" fmla="*/ 6501423 h 6894000"/>
              <a:gd name="connsiteX26" fmla="*/ 1126715 w 12192000"/>
              <a:gd name="connsiteY26" fmla="*/ 6526246 h 6894000"/>
              <a:gd name="connsiteX27" fmla="*/ 1140870 w 12192000"/>
              <a:gd name="connsiteY27" fmla="*/ 6534247 h 6894000"/>
              <a:gd name="connsiteX28" fmla="*/ 1168769 w 12192000"/>
              <a:gd name="connsiteY28" fmla="*/ 6516195 h 6894000"/>
              <a:gd name="connsiteX29" fmla="*/ 1191539 w 12192000"/>
              <a:gd name="connsiteY29" fmla="*/ 6538760 h 6894000"/>
              <a:gd name="connsiteX30" fmla="*/ 1191539 w 12192000"/>
              <a:gd name="connsiteY30" fmla="*/ 6543068 h 6894000"/>
              <a:gd name="connsiteX31" fmla="*/ 1162411 w 12192000"/>
              <a:gd name="connsiteY31" fmla="*/ 6545735 h 6894000"/>
              <a:gd name="connsiteX32" fmla="*/ 1125280 w 12192000"/>
              <a:gd name="connsiteY32" fmla="*/ 6577121 h 6894000"/>
              <a:gd name="connsiteX33" fmla="*/ 1155846 w 12192000"/>
              <a:gd name="connsiteY33" fmla="*/ 6605636 h 6894000"/>
              <a:gd name="connsiteX34" fmla="*/ 1190718 w 12192000"/>
              <a:gd name="connsiteY34" fmla="*/ 6585122 h 6894000"/>
              <a:gd name="connsiteX35" fmla="*/ 1192156 w 12192000"/>
              <a:gd name="connsiteY35" fmla="*/ 6585122 h 6894000"/>
              <a:gd name="connsiteX36" fmla="*/ 1192156 w 12192000"/>
              <a:gd name="connsiteY36" fmla="*/ 6586148 h 6894000"/>
              <a:gd name="connsiteX37" fmla="*/ 1209387 w 12192000"/>
              <a:gd name="connsiteY37" fmla="*/ 6603379 h 6894000"/>
              <a:gd name="connsiteX38" fmla="*/ 1220055 w 12192000"/>
              <a:gd name="connsiteY38" fmla="*/ 6603379 h 6894000"/>
              <a:gd name="connsiteX39" fmla="*/ 1220055 w 12192000"/>
              <a:gd name="connsiteY39" fmla="*/ 6588198 h 6894000"/>
              <a:gd name="connsiteX40" fmla="*/ 1207952 w 12192000"/>
              <a:gd name="connsiteY40" fmla="*/ 6588198 h 6894000"/>
              <a:gd name="connsiteX41" fmla="*/ 1207952 w 12192000"/>
              <a:gd name="connsiteY41" fmla="*/ 6538554 h 6894000"/>
              <a:gd name="connsiteX42" fmla="*/ 1168565 w 12192000"/>
              <a:gd name="connsiteY42" fmla="*/ 6501423 h 6894000"/>
              <a:gd name="connsiteX43" fmla="*/ 879514 w 12192000"/>
              <a:gd name="connsiteY43" fmla="*/ 6501423 h 6894000"/>
              <a:gd name="connsiteX44" fmla="*/ 830075 w 12192000"/>
              <a:gd name="connsiteY44" fmla="*/ 6553530 h 6894000"/>
              <a:gd name="connsiteX45" fmla="*/ 880541 w 12192000"/>
              <a:gd name="connsiteY45" fmla="*/ 6605635 h 6894000"/>
              <a:gd name="connsiteX46" fmla="*/ 925877 w 12192000"/>
              <a:gd name="connsiteY46" fmla="*/ 6581840 h 6894000"/>
              <a:gd name="connsiteX47" fmla="*/ 912132 w 12192000"/>
              <a:gd name="connsiteY47" fmla="*/ 6573019 h 6894000"/>
              <a:gd name="connsiteX48" fmla="*/ 880746 w 12192000"/>
              <a:gd name="connsiteY48" fmla="*/ 6590661 h 6894000"/>
              <a:gd name="connsiteX49" fmla="*/ 846693 w 12192000"/>
              <a:gd name="connsiteY49" fmla="*/ 6558658 h 6894000"/>
              <a:gd name="connsiteX50" fmla="*/ 928133 w 12192000"/>
              <a:gd name="connsiteY50" fmla="*/ 6558658 h 6894000"/>
              <a:gd name="connsiteX51" fmla="*/ 928133 w 12192000"/>
              <a:gd name="connsiteY51" fmla="*/ 6549017 h 6894000"/>
              <a:gd name="connsiteX52" fmla="*/ 879514 w 12192000"/>
              <a:gd name="connsiteY52" fmla="*/ 6501423 h 6894000"/>
              <a:gd name="connsiteX53" fmla="*/ 988261 w 12192000"/>
              <a:gd name="connsiteY53" fmla="*/ 6501219 h 6894000"/>
              <a:gd name="connsiteX54" fmla="*/ 941900 w 12192000"/>
              <a:gd name="connsiteY54" fmla="*/ 6551274 h 6894000"/>
              <a:gd name="connsiteX55" fmla="*/ 988261 w 12192000"/>
              <a:gd name="connsiteY55" fmla="*/ 6601533 h 6894000"/>
              <a:gd name="connsiteX56" fmla="*/ 1021084 w 12192000"/>
              <a:gd name="connsiteY56" fmla="*/ 6584507 h 6894000"/>
              <a:gd name="connsiteX57" fmla="*/ 1023340 w 12192000"/>
              <a:gd name="connsiteY57" fmla="*/ 6584507 h 6894000"/>
              <a:gd name="connsiteX58" fmla="*/ 1023340 w 12192000"/>
              <a:gd name="connsiteY58" fmla="*/ 6627586 h 6894000"/>
              <a:gd name="connsiteX59" fmla="*/ 957490 w 12192000"/>
              <a:gd name="connsiteY59" fmla="*/ 6627586 h 6894000"/>
              <a:gd name="connsiteX60" fmla="*/ 957490 w 12192000"/>
              <a:gd name="connsiteY60" fmla="*/ 6642767 h 6894000"/>
              <a:gd name="connsiteX61" fmla="*/ 1006109 w 12192000"/>
              <a:gd name="connsiteY61" fmla="*/ 6642767 h 6894000"/>
              <a:gd name="connsiteX62" fmla="*/ 1039751 w 12192000"/>
              <a:gd name="connsiteY62" fmla="*/ 6607687 h 6894000"/>
              <a:gd name="connsiteX63" fmla="*/ 1039751 w 12192000"/>
              <a:gd name="connsiteY63" fmla="*/ 6503475 h 6894000"/>
              <a:gd name="connsiteX64" fmla="*/ 1023750 w 12192000"/>
              <a:gd name="connsiteY64" fmla="*/ 6503475 h 6894000"/>
              <a:gd name="connsiteX65" fmla="*/ 1023750 w 12192000"/>
              <a:gd name="connsiteY65" fmla="*/ 6518862 h 6894000"/>
              <a:gd name="connsiteX66" fmla="*/ 1021494 w 12192000"/>
              <a:gd name="connsiteY66" fmla="*/ 6518862 h 6894000"/>
              <a:gd name="connsiteX67" fmla="*/ 988261 w 12192000"/>
              <a:gd name="connsiteY67" fmla="*/ 6501219 h 6894000"/>
              <a:gd name="connsiteX68" fmla="*/ 775502 w 12192000"/>
              <a:gd name="connsiteY68" fmla="*/ 6475987 h 6894000"/>
              <a:gd name="connsiteX69" fmla="*/ 775502 w 12192000"/>
              <a:gd name="connsiteY69" fmla="*/ 6503475 h 6894000"/>
              <a:gd name="connsiteX70" fmla="*/ 757039 w 12192000"/>
              <a:gd name="connsiteY70" fmla="*/ 6503475 h 6894000"/>
              <a:gd name="connsiteX71" fmla="*/ 757039 w 12192000"/>
              <a:gd name="connsiteY71" fmla="*/ 6518656 h 6894000"/>
              <a:gd name="connsiteX72" fmla="*/ 775502 w 12192000"/>
              <a:gd name="connsiteY72" fmla="*/ 6518656 h 6894000"/>
              <a:gd name="connsiteX73" fmla="*/ 775502 w 12192000"/>
              <a:gd name="connsiteY73" fmla="*/ 6579994 h 6894000"/>
              <a:gd name="connsiteX74" fmla="*/ 798889 w 12192000"/>
              <a:gd name="connsiteY74" fmla="*/ 6603379 h 6894000"/>
              <a:gd name="connsiteX75" fmla="*/ 819812 w 12192000"/>
              <a:gd name="connsiteY75" fmla="*/ 6603379 h 6894000"/>
              <a:gd name="connsiteX76" fmla="*/ 819812 w 12192000"/>
              <a:gd name="connsiteY76" fmla="*/ 6588198 h 6894000"/>
              <a:gd name="connsiteX77" fmla="*/ 791913 w 12192000"/>
              <a:gd name="connsiteY77" fmla="*/ 6588198 h 6894000"/>
              <a:gd name="connsiteX78" fmla="*/ 791913 w 12192000"/>
              <a:gd name="connsiteY78" fmla="*/ 6518656 h 6894000"/>
              <a:gd name="connsiteX79" fmla="*/ 819812 w 12192000"/>
              <a:gd name="connsiteY79" fmla="*/ 6518656 h 6894000"/>
              <a:gd name="connsiteX80" fmla="*/ 819812 w 12192000"/>
              <a:gd name="connsiteY80" fmla="*/ 6503475 h 6894000"/>
              <a:gd name="connsiteX81" fmla="*/ 791913 w 12192000"/>
              <a:gd name="connsiteY81" fmla="*/ 6503475 h 6894000"/>
              <a:gd name="connsiteX82" fmla="*/ 791913 w 12192000"/>
              <a:gd name="connsiteY82" fmla="*/ 6475987 h 6894000"/>
              <a:gd name="connsiteX83" fmla="*/ 429972 w 12192000"/>
              <a:gd name="connsiteY83" fmla="*/ 6460090 h 6894000"/>
              <a:gd name="connsiteX84" fmla="*/ 419945 w 12192000"/>
              <a:gd name="connsiteY84" fmla="*/ 6531706 h 6894000"/>
              <a:gd name="connsiteX85" fmla="*/ 359788 w 12192000"/>
              <a:gd name="connsiteY85" fmla="*/ 6531706 h 6894000"/>
              <a:gd name="connsiteX86" fmla="*/ 359788 w 12192000"/>
              <a:gd name="connsiteY86" fmla="*/ 6603322 h 6894000"/>
              <a:gd name="connsiteX87" fmla="*/ 419945 w 12192000"/>
              <a:gd name="connsiteY87" fmla="*/ 6531706 h 6894000"/>
              <a:gd name="connsiteX88" fmla="*/ 500155 w 12192000"/>
              <a:gd name="connsiteY88" fmla="*/ 6531706 h 6894000"/>
              <a:gd name="connsiteX89" fmla="*/ 560313 w 12192000"/>
              <a:gd name="connsiteY89" fmla="*/ 6603322 h 6894000"/>
              <a:gd name="connsiteX90" fmla="*/ 560313 w 12192000"/>
              <a:gd name="connsiteY90" fmla="*/ 6531706 h 6894000"/>
              <a:gd name="connsiteX91" fmla="*/ 500155 w 12192000"/>
              <a:gd name="connsiteY91" fmla="*/ 6531706 h 6894000"/>
              <a:gd name="connsiteX92" fmla="*/ 490129 w 12192000"/>
              <a:gd name="connsiteY92" fmla="*/ 6460090 h 6894000"/>
              <a:gd name="connsiteX93" fmla="*/ 686495 w 12192000"/>
              <a:gd name="connsiteY93" fmla="*/ 6457524 h 6894000"/>
              <a:gd name="connsiteX94" fmla="*/ 633158 w 12192000"/>
              <a:gd name="connsiteY94" fmla="*/ 6496911 h 6894000"/>
              <a:gd name="connsiteX95" fmla="*/ 675008 w 12192000"/>
              <a:gd name="connsiteY95" fmla="*/ 6535273 h 6894000"/>
              <a:gd name="connsiteX96" fmla="*/ 699419 w 12192000"/>
              <a:gd name="connsiteY96" fmla="*/ 6539786 h 6894000"/>
              <a:gd name="connsiteX97" fmla="*/ 730190 w 12192000"/>
              <a:gd name="connsiteY97" fmla="*/ 6563787 h 6894000"/>
              <a:gd name="connsiteX98" fmla="*/ 691419 w 12192000"/>
              <a:gd name="connsiteY98" fmla="*/ 6589635 h 6894000"/>
              <a:gd name="connsiteX99" fmla="*/ 645467 w 12192000"/>
              <a:gd name="connsiteY99" fmla="*/ 6554351 h 6894000"/>
              <a:gd name="connsiteX100" fmla="*/ 628031 w 12192000"/>
              <a:gd name="connsiteY100" fmla="*/ 6559684 h 6894000"/>
              <a:gd name="connsiteX101" fmla="*/ 691009 w 12192000"/>
              <a:gd name="connsiteY101" fmla="*/ 6605636 h 6894000"/>
              <a:gd name="connsiteX102" fmla="*/ 747629 w 12192000"/>
              <a:gd name="connsiteY102" fmla="*/ 6563581 h 6894000"/>
              <a:gd name="connsiteX103" fmla="*/ 703111 w 12192000"/>
              <a:gd name="connsiteY103" fmla="*/ 6522759 h 6894000"/>
              <a:gd name="connsiteX104" fmla="*/ 678700 w 12192000"/>
              <a:gd name="connsiteY104" fmla="*/ 6518451 h 6894000"/>
              <a:gd name="connsiteX105" fmla="*/ 650801 w 12192000"/>
              <a:gd name="connsiteY105" fmla="*/ 6496091 h 6894000"/>
              <a:gd name="connsiteX106" fmla="*/ 686495 w 12192000"/>
              <a:gd name="connsiteY106" fmla="*/ 6473320 h 6894000"/>
              <a:gd name="connsiteX107" fmla="*/ 729166 w 12192000"/>
              <a:gd name="connsiteY107" fmla="*/ 6501423 h 6894000"/>
              <a:gd name="connsiteX108" fmla="*/ 746397 w 12192000"/>
              <a:gd name="connsiteY108" fmla="*/ 6495680 h 6894000"/>
              <a:gd name="connsiteX109" fmla="*/ 686495 w 12192000"/>
              <a:gd name="connsiteY109" fmla="*/ 6457524 h 6894000"/>
              <a:gd name="connsiteX110" fmla="*/ 0 w 12192000"/>
              <a:gd name="connsiteY110" fmla="*/ 0 h 6894000"/>
              <a:gd name="connsiteX111" fmla="*/ 12192000 w 12192000"/>
              <a:gd name="connsiteY111" fmla="*/ 0 h 6894000"/>
              <a:gd name="connsiteX112" fmla="*/ 12192000 w 12192000"/>
              <a:gd name="connsiteY112" fmla="*/ 6894000 h 6894000"/>
              <a:gd name="connsiteX113" fmla="*/ 0 w 12192000"/>
              <a:gd name="connsiteY113" fmla="*/ 6894000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12192000" h="6894000">
                <a:moveTo>
                  <a:pt x="1191539" y="6556402"/>
                </a:moveTo>
                <a:lnTo>
                  <a:pt x="1191539" y="6563581"/>
                </a:lnTo>
                <a:cubicBezTo>
                  <a:pt x="1191539" y="6582661"/>
                  <a:pt x="1174923" y="6590866"/>
                  <a:pt x="1161180" y="6590866"/>
                </a:cubicBezTo>
                <a:cubicBezTo>
                  <a:pt x="1151332" y="6590866"/>
                  <a:pt x="1141896" y="6586763"/>
                  <a:pt x="1141896" y="6576095"/>
                </a:cubicBezTo>
                <a:cubicBezTo>
                  <a:pt x="1141896" y="6566248"/>
                  <a:pt x="1150102" y="6560299"/>
                  <a:pt x="1163641" y="6559069"/>
                </a:cubicBezTo>
                <a:close/>
                <a:moveTo>
                  <a:pt x="991544" y="6516399"/>
                </a:moveTo>
                <a:cubicBezTo>
                  <a:pt x="1007750" y="6516399"/>
                  <a:pt x="1023546" y="6525836"/>
                  <a:pt x="1023546" y="6551274"/>
                </a:cubicBezTo>
                <a:cubicBezTo>
                  <a:pt x="1023546" y="6576710"/>
                  <a:pt x="1007750" y="6586352"/>
                  <a:pt x="991544" y="6586352"/>
                </a:cubicBezTo>
                <a:cubicBezTo>
                  <a:pt x="975338" y="6586352"/>
                  <a:pt x="958722" y="6576506"/>
                  <a:pt x="958722" y="6551274"/>
                </a:cubicBezTo>
                <a:cubicBezTo>
                  <a:pt x="958722" y="6526040"/>
                  <a:pt x="975338" y="6516399"/>
                  <a:pt x="991544" y="6516399"/>
                </a:cubicBezTo>
                <a:close/>
                <a:moveTo>
                  <a:pt x="879514" y="6516195"/>
                </a:moveTo>
                <a:cubicBezTo>
                  <a:pt x="896951" y="6516195"/>
                  <a:pt x="910491" y="6527681"/>
                  <a:pt x="911926" y="6545120"/>
                </a:cubicBezTo>
                <a:lnTo>
                  <a:pt x="846693" y="6545120"/>
                </a:lnTo>
                <a:cubicBezTo>
                  <a:pt x="848332" y="6527477"/>
                  <a:pt x="863309" y="6516195"/>
                  <a:pt x="879514" y="6516195"/>
                </a:cubicBezTo>
                <a:close/>
                <a:moveTo>
                  <a:pt x="1061499" y="6503475"/>
                </a:moveTo>
                <a:lnTo>
                  <a:pt x="1061499" y="6603379"/>
                </a:lnTo>
                <a:lnTo>
                  <a:pt x="1077909" y="6603379"/>
                </a:lnTo>
                <a:lnTo>
                  <a:pt x="1077909" y="6540401"/>
                </a:lnTo>
                <a:cubicBezTo>
                  <a:pt x="1077909" y="6526861"/>
                  <a:pt x="1085295" y="6519682"/>
                  <a:pt x="1101913" y="6519682"/>
                </a:cubicBezTo>
                <a:lnTo>
                  <a:pt x="1115656" y="6519682"/>
                </a:lnTo>
                <a:lnTo>
                  <a:pt x="1115656" y="6503475"/>
                </a:lnTo>
                <a:lnTo>
                  <a:pt x="1101707" y="6503475"/>
                </a:lnTo>
                <a:cubicBezTo>
                  <a:pt x="1088168" y="6503475"/>
                  <a:pt x="1081809" y="6510040"/>
                  <a:pt x="1078526" y="6519271"/>
                </a:cubicBezTo>
                <a:lnTo>
                  <a:pt x="1076679" y="6519271"/>
                </a:lnTo>
                <a:lnTo>
                  <a:pt x="1076679" y="6503475"/>
                </a:lnTo>
                <a:close/>
                <a:moveTo>
                  <a:pt x="1168565" y="6501423"/>
                </a:moveTo>
                <a:cubicBezTo>
                  <a:pt x="1148255" y="6501423"/>
                  <a:pt x="1132869" y="6511065"/>
                  <a:pt x="1126715" y="6526246"/>
                </a:cubicBezTo>
                <a:lnTo>
                  <a:pt x="1140870" y="6534247"/>
                </a:lnTo>
                <a:cubicBezTo>
                  <a:pt x="1144769" y="6523169"/>
                  <a:pt x="1154205" y="6516195"/>
                  <a:pt x="1168769" y="6516195"/>
                </a:cubicBezTo>
                <a:cubicBezTo>
                  <a:pt x="1183129" y="6516195"/>
                  <a:pt x="1191539" y="6522553"/>
                  <a:pt x="1191539" y="6538760"/>
                </a:cubicBezTo>
                <a:lnTo>
                  <a:pt x="1191539" y="6543068"/>
                </a:lnTo>
                <a:lnTo>
                  <a:pt x="1162411" y="6545735"/>
                </a:lnTo>
                <a:cubicBezTo>
                  <a:pt x="1141281" y="6547581"/>
                  <a:pt x="1125280" y="6557633"/>
                  <a:pt x="1125280" y="6577121"/>
                </a:cubicBezTo>
                <a:cubicBezTo>
                  <a:pt x="1125280" y="6593123"/>
                  <a:pt x="1136153" y="6605636"/>
                  <a:pt x="1155846" y="6605636"/>
                </a:cubicBezTo>
                <a:cubicBezTo>
                  <a:pt x="1171436" y="6605636"/>
                  <a:pt x="1184361" y="6598046"/>
                  <a:pt x="1190718" y="6585122"/>
                </a:cubicBezTo>
                <a:lnTo>
                  <a:pt x="1192156" y="6585122"/>
                </a:lnTo>
                <a:lnTo>
                  <a:pt x="1192156" y="6586148"/>
                </a:lnTo>
                <a:cubicBezTo>
                  <a:pt x="1192156" y="6597020"/>
                  <a:pt x="1198515" y="6603379"/>
                  <a:pt x="1209387" y="6603379"/>
                </a:cubicBezTo>
                <a:lnTo>
                  <a:pt x="1220055" y="6603379"/>
                </a:lnTo>
                <a:lnTo>
                  <a:pt x="1220055" y="6588198"/>
                </a:lnTo>
                <a:lnTo>
                  <a:pt x="1207952" y="6588198"/>
                </a:lnTo>
                <a:lnTo>
                  <a:pt x="1207952" y="6538554"/>
                </a:lnTo>
                <a:cubicBezTo>
                  <a:pt x="1207952" y="6514348"/>
                  <a:pt x="1192771" y="6501423"/>
                  <a:pt x="1168565" y="6501423"/>
                </a:cubicBezTo>
                <a:close/>
                <a:moveTo>
                  <a:pt x="879514" y="6501423"/>
                </a:moveTo>
                <a:cubicBezTo>
                  <a:pt x="848538" y="6501423"/>
                  <a:pt x="830075" y="6524605"/>
                  <a:pt x="830075" y="6553530"/>
                </a:cubicBezTo>
                <a:cubicBezTo>
                  <a:pt x="830075" y="6583070"/>
                  <a:pt x="850385" y="6605635"/>
                  <a:pt x="880541" y="6605635"/>
                </a:cubicBezTo>
                <a:cubicBezTo>
                  <a:pt x="901054" y="6605635"/>
                  <a:pt x="917465" y="6594969"/>
                  <a:pt x="925877" y="6581840"/>
                </a:cubicBezTo>
                <a:lnTo>
                  <a:pt x="912132" y="6573019"/>
                </a:lnTo>
                <a:cubicBezTo>
                  <a:pt x="906593" y="6582455"/>
                  <a:pt x="894901" y="6590661"/>
                  <a:pt x="880746" y="6590661"/>
                </a:cubicBezTo>
                <a:cubicBezTo>
                  <a:pt x="862898" y="6590661"/>
                  <a:pt x="848538" y="6577736"/>
                  <a:pt x="846693" y="6558658"/>
                </a:cubicBezTo>
                <a:lnTo>
                  <a:pt x="928133" y="6558658"/>
                </a:lnTo>
                <a:lnTo>
                  <a:pt x="928133" y="6549017"/>
                </a:lnTo>
                <a:cubicBezTo>
                  <a:pt x="928133" y="6523784"/>
                  <a:pt x="909876" y="6501423"/>
                  <a:pt x="879514" y="6501423"/>
                </a:cubicBezTo>
                <a:close/>
                <a:moveTo>
                  <a:pt x="988261" y="6501219"/>
                </a:moveTo>
                <a:cubicBezTo>
                  <a:pt x="962209" y="6501219"/>
                  <a:pt x="941900" y="6520092"/>
                  <a:pt x="941900" y="6551274"/>
                </a:cubicBezTo>
                <a:cubicBezTo>
                  <a:pt x="941900" y="6582455"/>
                  <a:pt x="962209" y="6601533"/>
                  <a:pt x="988261" y="6601533"/>
                </a:cubicBezTo>
                <a:cubicBezTo>
                  <a:pt x="1003645" y="6601533"/>
                  <a:pt x="1014108" y="6594969"/>
                  <a:pt x="1021084" y="6584507"/>
                </a:cubicBezTo>
                <a:lnTo>
                  <a:pt x="1023340" y="6584507"/>
                </a:lnTo>
                <a:lnTo>
                  <a:pt x="1023340" y="6627586"/>
                </a:lnTo>
                <a:lnTo>
                  <a:pt x="957490" y="6627586"/>
                </a:lnTo>
                <a:lnTo>
                  <a:pt x="957490" y="6642767"/>
                </a:lnTo>
                <a:lnTo>
                  <a:pt x="1006109" y="6642767"/>
                </a:lnTo>
                <a:cubicBezTo>
                  <a:pt x="1031750" y="6642767"/>
                  <a:pt x="1039751" y="6633330"/>
                  <a:pt x="1039751" y="6607687"/>
                </a:cubicBezTo>
                <a:lnTo>
                  <a:pt x="1039751" y="6503475"/>
                </a:lnTo>
                <a:lnTo>
                  <a:pt x="1023750" y="6503475"/>
                </a:lnTo>
                <a:lnTo>
                  <a:pt x="1023750" y="6518862"/>
                </a:lnTo>
                <a:lnTo>
                  <a:pt x="1021494" y="6518862"/>
                </a:lnTo>
                <a:cubicBezTo>
                  <a:pt x="1014519" y="6508194"/>
                  <a:pt x="1003645" y="6501219"/>
                  <a:pt x="988261" y="6501219"/>
                </a:cubicBezTo>
                <a:close/>
                <a:moveTo>
                  <a:pt x="775502" y="6475987"/>
                </a:moveTo>
                <a:lnTo>
                  <a:pt x="775502" y="6503475"/>
                </a:lnTo>
                <a:lnTo>
                  <a:pt x="757039" y="6503475"/>
                </a:lnTo>
                <a:lnTo>
                  <a:pt x="757039" y="6518656"/>
                </a:lnTo>
                <a:lnTo>
                  <a:pt x="775502" y="6518656"/>
                </a:lnTo>
                <a:lnTo>
                  <a:pt x="775502" y="6579994"/>
                </a:lnTo>
                <a:cubicBezTo>
                  <a:pt x="775502" y="6597020"/>
                  <a:pt x="781862" y="6603379"/>
                  <a:pt x="798889" y="6603379"/>
                </a:cubicBezTo>
                <a:lnTo>
                  <a:pt x="819812" y="6603379"/>
                </a:lnTo>
                <a:lnTo>
                  <a:pt x="819812" y="6588198"/>
                </a:lnTo>
                <a:lnTo>
                  <a:pt x="791913" y="6588198"/>
                </a:lnTo>
                <a:lnTo>
                  <a:pt x="791913" y="6518656"/>
                </a:lnTo>
                <a:lnTo>
                  <a:pt x="819812" y="6518656"/>
                </a:lnTo>
                <a:lnTo>
                  <a:pt x="819812" y="6503475"/>
                </a:lnTo>
                <a:lnTo>
                  <a:pt x="791913" y="6503475"/>
                </a:lnTo>
                <a:lnTo>
                  <a:pt x="791913" y="6475987"/>
                </a:lnTo>
                <a:close/>
                <a:moveTo>
                  <a:pt x="429972" y="6460090"/>
                </a:moveTo>
                <a:cubicBezTo>
                  <a:pt x="429972" y="6484963"/>
                  <a:pt x="425881" y="6509833"/>
                  <a:pt x="419945" y="6531706"/>
                </a:cubicBezTo>
                <a:lnTo>
                  <a:pt x="359788" y="6531706"/>
                </a:lnTo>
                <a:lnTo>
                  <a:pt x="359788" y="6603322"/>
                </a:lnTo>
                <a:cubicBezTo>
                  <a:pt x="388683" y="6603322"/>
                  <a:pt x="408792" y="6572811"/>
                  <a:pt x="419945" y="6531706"/>
                </a:cubicBezTo>
                <a:lnTo>
                  <a:pt x="500155" y="6531706"/>
                </a:lnTo>
                <a:cubicBezTo>
                  <a:pt x="511309" y="6572811"/>
                  <a:pt x="531418" y="6603322"/>
                  <a:pt x="560313" y="6603322"/>
                </a:cubicBezTo>
                <a:lnTo>
                  <a:pt x="560313" y="6531706"/>
                </a:lnTo>
                <a:lnTo>
                  <a:pt x="500155" y="6531706"/>
                </a:lnTo>
                <a:cubicBezTo>
                  <a:pt x="494220" y="6509833"/>
                  <a:pt x="490129" y="6484963"/>
                  <a:pt x="490129" y="6460090"/>
                </a:cubicBezTo>
                <a:close/>
                <a:moveTo>
                  <a:pt x="686495" y="6457524"/>
                </a:moveTo>
                <a:cubicBezTo>
                  <a:pt x="660237" y="6457524"/>
                  <a:pt x="633158" y="6467370"/>
                  <a:pt x="633158" y="6496911"/>
                </a:cubicBezTo>
                <a:cubicBezTo>
                  <a:pt x="633158" y="6516195"/>
                  <a:pt x="644852" y="6529733"/>
                  <a:pt x="675008" y="6535273"/>
                </a:cubicBezTo>
                <a:lnTo>
                  <a:pt x="699419" y="6539786"/>
                </a:lnTo>
                <a:cubicBezTo>
                  <a:pt x="723627" y="6544299"/>
                  <a:pt x="730190" y="6552095"/>
                  <a:pt x="730190" y="6563787"/>
                </a:cubicBezTo>
                <a:cubicBezTo>
                  <a:pt x="730190" y="6584917"/>
                  <a:pt x="705984" y="6589430"/>
                  <a:pt x="691419" y="6589635"/>
                </a:cubicBezTo>
                <a:cubicBezTo>
                  <a:pt x="659416" y="6589635"/>
                  <a:pt x="648339" y="6570352"/>
                  <a:pt x="645467" y="6554351"/>
                </a:cubicBezTo>
                <a:lnTo>
                  <a:pt x="628031" y="6559684"/>
                </a:lnTo>
                <a:cubicBezTo>
                  <a:pt x="633364" y="6585328"/>
                  <a:pt x="652647" y="6605636"/>
                  <a:pt x="691009" y="6605636"/>
                </a:cubicBezTo>
                <a:cubicBezTo>
                  <a:pt x="716856" y="6605636"/>
                  <a:pt x="747629" y="6595790"/>
                  <a:pt x="747629" y="6563581"/>
                </a:cubicBezTo>
                <a:cubicBezTo>
                  <a:pt x="747629" y="6540401"/>
                  <a:pt x="731422" y="6527681"/>
                  <a:pt x="703111" y="6522759"/>
                </a:cubicBezTo>
                <a:lnTo>
                  <a:pt x="678700" y="6518451"/>
                </a:lnTo>
                <a:cubicBezTo>
                  <a:pt x="658186" y="6514758"/>
                  <a:pt x="650801" y="6506553"/>
                  <a:pt x="650801" y="6496091"/>
                </a:cubicBezTo>
                <a:cubicBezTo>
                  <a:pt x="650801" y="6479474"/>
                  <a:pt x="669264" y="6473320"/>
                  <a:pt x="686495" y="6473320"/>
                </a:cubicBezTo>
                <a:cubicBezTo>
                  <a:pt x="714806" y="6473320"/>
                  <a:pt x="726293" y="6488294"/>
                  <a:pt x="729166" y="6501423"/>
                </a:cubicBezTo>
                <a:lnTo>
                  <a:pt x="746397" y="6495680"/>
                </a:lnTo>
                <a:cubicBezTo>
                  <a:pt x="741473" y="6475987"/>
                  <a:pt x="724036" y="6457524"/>
                  <a:pt x="686495" y="645752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94000"/>
                </a:lnTo>
                <a:lnTo>
                  <a:pt x="0" y="68940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wrap="square" tIns="72000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Select placeholder and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0324" y="1429174"/>
            <a:ext cx="9529763" cy="3398414"/>
          </a:xfrm>
        </p:spPr>
        <p:txBody>
          <a:bodyPr anchor="ctr" anchorCtr="0">
            <a:noAutofit/>
          </a:bodyPr>
          <a:lstStyle>
            <a:lvl1pPr algn="ctr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large statement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10E7F-3B0A-43F3-9BB7-2ED27FD9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F6AC9-7AA0-E042-20D4-627EDBAE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103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 contact details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849438"/>
            <a:ext cx="10511293" cy="3335304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11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type Thanks.</a:t>
            </a:r>
          </a:p>
        </p:txBody>
      </p:sp>
      <p:sp>
        <p:nvSpPr>
          <p:cNvPr id="5" name="Graphic 9">
            <a:extLst>
              <a:ext uri="{FF2B5EF4-FFF2-40B4-BE49-F238E27FC236}">
                <a16:creationId xmlns:a16="http://schemas.microsoft.com/office/drawing/2014/main" id="{35D566EE-D806-A1EE-E5E5-936659F95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71293" y="5757403"/>
            <a:ext cx="806350" cy="576000"/>
          </a:xfrm>
          <a:custGeom>
            <a:avLst/>
            <a:gdLst>
              <a:gd name="connsiteX0" fmla="*/ 794576 w 1222343"/>
              <a:gd name="connsiteY0" fmla="*/ 0 h 873156"/>
              <a:gd name="connsiteX1" fmla="*/ 855726 w 1222343"/>
              <a:gd name="connsiteY1" fmla="*/ 436531 h 873156"/>
              <a:gd name="connsiteX2" fmla="*/ 366808 w 1222343"/>
              <a:gd name="connsiteY2" fmla="*/ 436531 h 873156"/>
              <a:gd name="connsiteX3" fmla="*/ 427863 w 1222343"/>
              <a:gd name="connsiteY3" fmla="*/ 0 h 873156"/>
              <a:gd name="connsiteX4" fmla="*/ 794576 w 1222343"/>
              <a:gd name="connsiteY4" fmla="*/ 0 h 873156"/>
              <a:gd name="connsiteX5" fmla="*/ 0 w 1222343"/>
              <a:gd name="connsiteY5" fmla="*/ 873157 h 873156"/>
              <a:gd name="connsiteX6" fmla="*/ 366713 w 1222343"/>
              <a:gd name="connsiteY6" fmla="*/ 436626 h 873156"/>
              <a:gd name="connsiteX7" fmla="*/ 0 w 1222343"/>
              <a:gd name="connsiteY7" fmla="*/ 436626 h 873156"/>
              <a:gd name="connsiteX8" fmla="*/ 0 w 1222343"/>
              <a:gd name="connsiteY8" fmla="*/ 873157 h 873156"/>
              <a:gd name="connsiteX9" fmla="*/ 1222343 w 1222343"/>
              <a:gd name="connsiteY9" fmla="*/ 436626 h 873156"/>
              <a:gd name="connsiteX10" fmla="*/ 1222343 w 1222343"/>
              <a:gd name="connsiteY10" fmla="*/ 873157 h 873156"/>
              <a:gd name="connsiteX11" fmla="*/ 855631 w 1222343"/>
              <a:gd name="connsiteY11" fmla="*/ 436626 h 873156"/>
              <a:gd name="connsiteX12" fmla="*/ 1222343 w 1222343"/>
              <a:gd name="connsiteY12" fmla="*/ 436626 h 873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2343" h="873156">
                <a:moveTo>
                  <a:pt x="794576" y="0"/>
                </a:moveTo>
                <a:cubicBezTo>
                  <a:pt x="794576" y="151638"/>
                  <a:pt x="819531" y="303181"/>
                  <a:pt x="855726" y="436531"/>
                </a:cubicBezTo>
                <a:lnTo>
                  <a:pt x="366808" y="436531"/>
                </a:lnTo>
                <a:cubicBezTo>
                  <a:pt x="402908" y="303276"/>
                  <a:pt x="427863" y="151638"/>
                  <a:pt x="427863" y="0"/>
                </a:cubicBezTo>
                <a:lnTo>
                  <a:pt x="794576" y="0"/>
                </a:lnTo>
                <a:close/>
                <a:moveTo>
                  <a:pt x="0" y="873157"/>
                </a:moveTo>
                <a:cubicBezTo>
                  <a:pt x="176117" y="873157"/>
                  <a:pt x="298704" y="687134"/>
                  <a:pt x="366713" y="436626"/>
                </a:cubicBezTo>
                <a:lnTo>
                  <a:pt x="0" y="436626"/>
                </a:lnTo>
                <a:lnTo>
                  <a:pt x="0" y="873157"/>
                </a:lnTo>
                <a:close/>
                <a:moveTo>
                  <a:pt x="1222343" y="436626"/>
                </a:moveTo>
                <a:lnTo>
                  <a:pt x="1222343" y="873157"/>
                </a:lnTo>
                <a:cubicBezTo>
                  <a:pt x="1046226" y="873157"/>
                  <a:pt x="923639" y="687134"/>
                  <a:pt x="855631" y="436626"/>
                </a:cubicBezTo>
                <a:lnTo>
                  <a:pt x="1222343" y="436626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5796AE-4FB6-541E-F625-3CF5804746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5279010"/>
            <a:ext cx="2733675" cy="1076495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216000" indent="0">
              <a:buNone/>
              <a:defRPr sz="1200">
                <a:solidFill>
                  <a:schemeClr val="bg1"/>
                </a:solidFill>
              </a:defRPr>
            </a:lvl2pPr>
            <a:lvl3pPr marL="432000" indent="0">
              <a:buNone/>
              <a:defRPr sz="1200">
                <a:solidFill>
                  <a:schemeClr val="bg1"/>
                </a:solidFill>
              </a:defRPr>
            </a:lvl3pPr>
            <a:lvl4pPr marL="648000" indent="0">
              <a:buNone/>
              <a:defRPr sz="1200">
                <a:solidFill>
                  <a:schemeClr val="bg1"/>
                </a:solidFill>
              </a:defRPr>
            </a:lvl4pPr>
            <a:lvl5pPr marL="9000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type name and email</a:t>
            </a:r>
          </a:p>
        </p:txBody>
      </p:sp>
    </p:spTree>
    <p:extLst>
      <p:ext uri="{BB962C8B-B14F-4D97-AF65-F5344CB8AC3E}">
        <p14:creationId xmlns:p14="http://schemas.microsoft.com/office/powerpoint/2010/main" val="37812362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Optional Title Slide Green">
    <p:bg>
      <p:bgPr>
        <a:solidFill>
          <a:srgbClr val="00C8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A7668C5-C208-730B-570E-02D098CE9877}"/>
              </a:ext>
            </a:extLst>
          </p:cNvPr>
          <p:cNvGrpSpPr/>
          <p:nvPr userDrawn="1"/>
        </p:nvGrpSpPr>
        <p:grpSpPr>
          <a:xfrm>
            <a:off x="1" y="-8765"/>
            <a:ext cx="12192000" cy="6866765"/>
            <a:chOff x="1" y="-8765"/>
            <a:chExt cx="12192000" cy="686676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F56833D-A69A-8A38-C4C0-1EF09572313D}"/>
                </a:ext>
              </a:extLst>
            </p:cNvPr>
            <p:cNvSpPr/>
            <p:nvPr userDrawn="1"/>
          </p:nvSpPr>
          <p:spPr>
            <a:xfrm>
              <a:off x="1" y="3858221"/>
              <a:ext cx="10221103" cy="2999779"/>
            </a:xfrm>
            <a:custGeom>
              <a:avLst/>
              <a:gdLst>
                <a:gd name="connsiteX0" fmla="*/ 10221103 w 10221103"/>
                <a:gd name="connsiteY0" fmla="*/ 0 h 2999779"/>
                <a:gd name="connsiteX1" fmla="*/ 10221103 w 10221103"/>
                <a:gd name="connsiteY1" fmla="*/ 2999779 h 2999779"/>
                <a:gd name="connsiteX2" fmla="*/ 0 w 10221103"/>
                <a:gd name="connsiteY2" fmla="*/ 2999779 h 2999779"/>
                <a:gd name="connsiteX3" fmla="*/ 0 w 10221103"/>
                <a:gd name="connsiteY3" fmla="*/ 1948685 h 2999779"/>
                <a:gd name="connsiteX4" fmla="*/ 1570088 w 10221103"/>
                <a:gd name="connsiteY4" fmla="*/ 2004767 h 2999779"/>
                <a:gd name="connsiteX5" fmla="*/ 10221103 w 10221103"/>
                <a:gd name="connsiteY5" fmla="*/ 0 h 29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21103" h="2999779">
                  <a:moveTo>
                    <a:pt x="10221103" y="0"/>
                  </a:moveTo>
                  <a:lnTo>
                    <a:pt x="10221103" y="2999779"/>
                  </a:lnTo>
                  <a:lnTo>
                    <a:pt x="0" y="2999779"/>
                  </a:lnTo>
                  <a:lnTo>
                    <a:pt x="0" y="1948685"/>
                  </a:lnTo>
                  <a:cubicBezTo>
                    <a:pt x="514196" y="1985713"/>
                    <a:pt x="1038173" y="2004767"/>
                    <a:pt x="1570088" y="2004767"/>
                  </a:cubicBezTo>
                  <a:cubicBezTo>
                    <a:pt x="4937830" y="2004767"/>
                    <a:pt x="7991058" y="1240142"/>
                    <a:pt x="10221103" y="0"/>
                  </a:cubicBezTo>
                  <a:close/>
                </a:path>
              </a:pathLst>
            </a:custGeom>
            <a:solidFill>
              <a:srgbClr val="151515"/>
            </a:solidFill>
            <a:ln w="6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C632AEB-5DD5-8C36-F000-6D51E3278E9E}"/>
                </a:ext>
              </a:extLst>
            </p:cNvPr>
            <p:cNvSpPr/>
            <p:nvPr userDrawn="1"/>
          </p:nvSpPr>
          <p:spPr>
            <a:xfrm>
              <a:off x="10221104" y="-8765"/>
              <a:ext cx="1970897" cy="3866986"/>
            </a:xfrm>
            <a:custGeom>
              <a:avLst/>
              <a:gdLst>
                <a:gd name="connsiteX0" fmla="*/ 0 w 1970897"/>
                <a:gd name="connsiteY0" fmla="*/ 0 h 3866986"/>
                <a:gd name="connsiteX1" fmla="*/ 1970897 w 1970897"/>
                <a:gd name="connsiteY1" fmla="*/ 0 h 3866986"/>
                <a:gd name="connsiteX2" fmla="*/ 1970897 w 1970897"/>
                <a:gd name="connsiteY2" fmla="*/ 2244988 h 3866986"/>
                <a:gd name="connsiteX3" fmla="*/ 1861158 w 1970897"/>
                <a:gd name="connsiteY3" fmla="*/ 2383180 h 3866986"/>
                <a:gd name="connsiteX4" fmla="*/ 0 w 1970897"/>
                <a:gd name="connsiteY4" fmla="*/ 3866986 h 386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897" h="3866986">
                  <a:moveTo>
                    <a:pt x="0" y="0"/>
                  </a:moveTo>
                  <a:lnTo>
                    <a:pt x="1970897" y="0"/>
                  </a:lnTo>
                  <a:lnTo>
                    <a:pt x="1970897" y="2244988"/>
                  </a:lnTo>
                  <a:lnTo>
                    <a:pt x="1861158" y="2383180"/>
                  </a:lnTo>
                  <a:cubicBezTo>
                    <a:pt x="1397936" y="2939572"/>
                    <a:pt x="764887" y="3441374"/>
                    <a:pt x="0" y="3866986"/>
                  </a:cubicBezTo>
                  <a:close/>
                </a:path>
              </a:pathLst>
            </a:custGeom>
            <a:solidFill>
              <a:srgbClr val="151515"/>
            </a:solidFill>
            <a:ln w="6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125539"/>
            <a:ext cx="8737963" cy="2212974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D1AA6-A05F-9E03-9207-161891E4AF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519488"/>
            <a:ext cx="6615475" cy="13081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A8047D6D-C57E-FABD-B844-D23AE579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71293" y="5757403"/>
            <a:ext cx="806350" cy="576000"/>
          </a:xfrm>
          <a:custGeom>
            <a:avLst/>
            <a:gdLst>
              <a:gd name="connsiteX0" fmla="*/ 794576 w 1222343"/>
              <a:gd name="connsiteY0" fmla="*/ 0 h 873156"/>
              <a:gd name="connsiteX1" fmla="*/ 855726 w 1222343"/>
              <a:gd name="connsiteY1" fmla="*/ 436531 h 873156"/>
              <a:gd name="connsiteX2" fmla="*/ 366808 w 1222343"/>
              <a:gd name="connsiteY2" fmla="*/ 436531 h 873156"/>
              <a:gd name="connsiteX3" fmla="*/ 427863 w 1222343"/>
              <a:gd name="connsiteY3" fmla="*/ 0 h 873156"/>
              <a:gd name="connsiteX4" fmla="*/ 794576 w 1222343"/>
              <a:gd name="connsiteY4" fmla="*/ 0 h 873156"/>
              <a:gd name="connsiteX5" fmla="*/ 0 w 1222343"/>
              <a:gd name="connsiteY5" fmla="*/ 873157 h 873156"/>
              <a:gd name="connsiteX6" fmla="*/ 366713 w 1222343"/>
              <a:gd name="connsiteY6" fmla="*/ 436626 h 873156"/>
              <a:gd name="connsiteX7" fmla="*/ 0 w 1222343"/>
              <a:gd name="connsiteY7" fmla="*/ 436626 h 873156"/>
              <a:gd name="connsiteX8" fmla="*/ 0 w 1222343"/>
              <a:gd name="connsiteY8" fmla="*/ 873157 h 873156"/>
              <a:gd name="connsiteX9" fmla="*/ 1222343 w 1222343"/>
              <a:gd name="connsiteY9" fmla="*/ 436626 h 873156"/>
              <a:gd name="connsiteX10" fmla="*/ 1222343 w 1222343"/>
              <a:gd name="connsiteY10" fmla="*/ 873157 h 873156"/>
              <a:gd name="connsiteX11" fmla="*/ 855631 w 1222343"/>
              <a:gd name="connsiteY11" fmla="*/ 436626 h 873156"/>
              <a:gd name="connsiteX12" fmla="*/ 1222343 w 1222343"/>
              <a:gd name="connsiteY12" fmla="*/ 436626 h 873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2343" h="873156">
                <a:moveTo>
                  <a:pt x="794576" y="0"/>
                </a:moveTo>
                <a:cubicBezTo>
                  <a:pt x="794576" y="151638"/>
                  <a:pt x="819531" y="303181"/>
                  <a:pt x="855726" y="436531"/>
                </a:cubicBezTo>
                <a:lnTo>
                  <a:pt x="366808" y="436531"/>
                </a:lnTo>
                <a:cubicBezTo>
                  <a:pt x="402908" y="303276"/>
                  <a:pt x="427863" y="151638"/>
                  <a:pt x="427863" y="0"/>
                </a:cubicBezTo>
                <a:lnTo>
                  <a:pt x="794576" y="0"/>
                </a:lnTo>
                <a:close/>
                <a:moveTo>
                  <a:pt x="0" y="873157"/>
                </a:moveTo>
                <a:cubicBezTo>
                  <a:pt x="176117" y="873157"/>
                  <a:pt x="298704" y="687134"/>
                  <a:pt x="366713" y="436626"/>
                </a:cubicBezTo>
                <a:lnTo>
                  <a:pt x="0" y="436626"/>
                </a:lnTo>
                <a:lnTo>
                  <a:pt x="0" y="873157"/>
                </a:lnTo>
                <a:close/>
                <a:moveTo>
                  <a:pt x="1222343" y="436626"/>
                </a:moveTo>
                <a:lnTo>
                  <a:pt x="1222343" y="873157"/>
                </a:lnTo>
                <a:cubicBezTo>
                  <a:pt x="1046226" y="873157"/>
                  <a:pt x="923639" y="687134"/>
                  <a:pt x="855631" y="436626"/>
                </a:cubicBezTo>
                <a:lnTo>
                  <a:pt x="1222343" y="436626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900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Optional Title Slide Red">
    <p:bg>
      <p:bgPr>
        <a:solidFill>
          <a:srgbClr val="FF64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A7668C5-C208-730B-570E-02D098CE9877}"/>
              </a:ext>
            </a:extLst>
          </p:cNvPr>
          <p:cNvGrpSpPr/>
          <p:nvPr userDrawn="1"/>
        </p:nvGrpSpPr>
        <p:grpSpPr>
          <a:xfrm>
            <a:off x="1" y="-8765"/>
            <a:ext cx="12192000" cy="6866765"/>
            <a:chOff x="1" y="-8765"/>
            <a:chExt cx="12192000" cy="686676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F56833D-A69A-8A38-C4C0-1EF09572313D}"/>
                </a:ext>
              </a:extLst>
            </p:cNvPr>
            <p:cNvSpPr/>
            <p:nvPr userDrawn="1"/>
          </p:nvSpPr>
          <p:spPr>
            <a:xfrm>
              <a:off x="1" y="3858221"/>
              <a:ext cx="10221103" cy="2999779"/>
            </a:xfrm>
            <a:custGeom>
              <a:avLst/>
              <a:gdLst>
                <a:gd name="connsiteX0" fmla="*/ 10221103 w 10221103"/>
                <a:gd name="connsiteY0" fmla="*/ 0 h 2999779"/>
                <a:gd name="connsiteX1" fmla="*/ 10221103 w 10221103"/>
                <a:gd name="connsiteY1" fmla="*/ 2999779 h 2999779"/>
                <a:gd name="connsiteX2" fmla="*/ 0 w 10221103"/>
                <a:gd name="connsiteY2" fmla="*/ 2999779 h 2999779"/>
                <a:gd name="connsiteX3" fmla="*/ 0 w 10221103"/>
                <a:gd name="connsiteY3" fmla="*/ 1948685 h 2999779"/>
                <a:gd name="connsiteX4" fmla="*/ 1570088 w 10221103"/>
                <a:gd name="connsiteY4" fmla="*/ 2004767 h 2999779"/>
                <a:gd name="connsiteX5" fmla="*/ 10221103 w 10221103"/>
                <a:gd name="connsiteY5" fmla="*/ 0 h 29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21103" h="2999779">
                  <a:moveTo>
                    <a:pt x="10221103" y="0"/>
                  </a:moveTo>
                  <a:lnTo>
                    <a:pt x="10221103" y="2999779"/>
                  </a:lnTo>
                  <a:lnTo>
                    <a:pt x="0" y="2999779"/>
                  </a:lnTo>
                  <a:lnTo>
                    <a:pt x="0" y="1948685"/>
                  </a:lnTo>
                  <a:cubicBezTo>
                    <a:pt x="514196" y="1985713"/>
                    <a:pt x="1038173" y="2004767"/>
                    <a:pt x="1570088" y="2004767"/>
                  </a:cubicBezTo>
                  <a:cubicBezTo>
                    <a:pt x="4937830" y="2004767"/>
                    <a:pt x="7991058" y="1240142"/>
                    <a:pt x="10221103" y="0"/>
                  </a:cubicBezTo>
                  <a:close/>
                </a:path>
              </a:pathLst>
            </a:custGeom>
            <a:solidFill>
              <a:srgbClr val="151515"/>
            </a:solidFill>
            <a:ln w="6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C632AEB-5DD5-8C36-F000-6D51E3278E9E}"/>
                </a:ext>
              </a:extLst>
            </p:cNvPr>
            <p:cNvSpPr/>
            <p:nvPr userDrawn="1"/>
          </p:nvSpPr>
          <p:spPr>
            <a:xfrm>
              <a:off x="10221104" y="-8765"/>
              <a:ext cx="1970897" cy="3866986"/>
            </a:xfrm>
            <a:custGeom>
              <a:avLst/>
              <a:gdLst>
                <a:gd name="connsiteX0" fmla="*/ 0 w 1970897"/>
                <a:gd name="connsiteY0" fmla="*/ 0 h 3866986"/>
                <a:gd name="connsiteX1" fmla="*/ 1970897 w 1970897"/>
                <a:gd name="connsiteY1" fmla="*/ 0 h 3866986"/>
                <a:gd name="connsiteX2" fmla="*/ 1970897 w 1970897"/>
                <a:gd name="connsiteY2" fmla="*/ 2244988 h 3866986"/>
                <a:gd name="connsiteX3" fmla="*/ 1861158 w 1970897"/>
                <a:gd name="connsiteY3" fmla="*/ 2383180 h 3866986"/>
                <a:gd name="connsiteX4" fmla="*/ 0 w 1970897"/>
                <a:gd name="connsiteY4" fmla="*/ 3866986 h 386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897" h="3866986">
                  <a:moveTo>
                    <a:pt x="0" y="0"/>
                  </a:moveTo>
                  <a:lnTo>
                    <a:pt x="1970897" y="0"/>
                  </a:lnTo>
                  <a:lnTo>
                    <a:pt x="1970897" y="2244988"/>
                  </a:lnTo>
                  <a:lnTo>
                    <a:pt x="1861158" y="2383180"/>
                  </a:lnTo>
                  <a:cubicBezTo>
                    <a:pt x="1397936" y="2939572"/>
                    <a:pt x="764887" y="3441374"/>
                    <a:pt x="0" y="3866986"/>
                  </a:cubicBezTo>
                  <a:close/>
                </a:path>
              </a:pathLst>
            </a:custGeom>
            <a:solidFill>
              <a:srgbClr val="151515"/>
            </a:solidFill>
            <a:ln w="6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125537"/>
            <a:ext cx="8737963" cy="221297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D1AA6-A05F-9E03-9207-161891E4AF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519488"/>
            <a:ext cx="6615475" cy="13081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A8047D6D-C57E-FABD-B844-D23AE579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71293" y="5757403"/>
            <a:ext cx="806350" cy="576000"/>
          </a:xfrm>
          <a:custGeom>
            <a:avLst/>
            <a:gdLst>
              <a:gd name="connsiteX0" fmla="*/ 794576 w 1222343"/>
              <a:gd name="connsiteY0" fmla="*/ 0 h 873156"/>
              <a:gd name="connsiteX1" fmla="*/ 855726 w 1222343"/>
              <a:gd name="connsiteY1" fmla="*/ 436531 h 873156"/>
              <a:gd name="connsiteX2" fmla="*/ 366808 w 1222343"/>
              <a:gd name="connsiteY2" fmla="*/ 436531 h 873156"/>
              <a:gd name="connsiteX3" fmla="*/ 427863 w 1222343"/>
              <a:gd name="connsiteY3" fmla="*/ 0 h 873156"/>
              <a:gd name="connsiteX4" fmla="*/ 794576 w 1222343"/>
              <a:gd name="connsiteY4" fmla="*/ 0 h 873156"/>
              <a:gd name="connsiteX5" fmla="*/ 0 w 1222343"/>
              <a:gd name="connsiteY5" fmla="*/ 873157 h 873156"/>
              <a:gd name="connsiteX6" fmla="*/ 366713 w 1222343"/>
              <a:gd name="connsiteY6" fmla="*/ 436626 h 873156"/>
              <a:gd name="connsiteX7" fmla="*/ 0 w 1222343"/>
              <a:gd name="connsiteY7" fmla="*/ 436626 h 873156"/>
              <a:gd name="connsiteX8" fmla="*/ 0 w 1222343"/>
              <a:gd name="connsiteY8" fmla="*/ 873157 h 873156"/>
              <a:gd name="connsiteX9" fmla="*/ 1222343 w 1222343"/>
              <a:gd name="connsiteY9" fmla="*/ 436626 h 873156"/>
              <a:gd name="connsiteX10" fmla="*/ 1222343 w 1222343"/>
              <a:gd name="connsiteY10" fmla="*/ 873157 h 873156"/>
              <a:gd name="connsiteX11" fmla="*/ 855631 w 1222343"/>
              <a:gd name="connsiteY11" fmla="*/ 436626 h 873156"/>
              <a:gd name="connsiteX12" fmla="*/ 1222343 w 1222343"/>
              <a:gd name="connsiteY12" fmla="*/ 436626 h 873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2343" h="873156">
                <a:moveTo>
                  <a:pt x="794576" y="0"/>
                </a:moveTo>
                <a:cubicBezTo>
                  <a:pt x="794576" y="151638"/>
                  <a:pt x="819531" y="303181"/>
                  <a:pt x="855726" y="436531"/>
                </a:cubicBezTo>
                <a:lnTo>
                  <a:pt x="366808" y="436531"/>
                </a:lnTo>
                <a:cubicBezTo>
                  <a:pt x="402908" y="303276"/>
                  <a:pt x="427863" y="151638"/>
                  <a:pt x="427863" y="0"/>
                </a:cubicBezTo>
                <a:lnTo>
                  <a:pt x="794576" y="0"/>
                </a:lnTo>
                <a:close/>
                <a:moveTo>
                  <a:pt x="0" y="873157"/>
                </a:moveTo>
                <a:cubicBezTo>
                  <a:pt x="176117" y="873157"/>
                  <a:pt x="298704" y="687134"/>
                  <a:pt x="366713" y="436626"/>
                </a:cubicBezTo>
                <a:lnTo>
                  <a:pt x="0" y="436626"/>
                </a:lnTo>
                <a:lnTo>
                  <a:pt x="0" y="873157"/>
                </a:lnTo>
                <a:close/>
                <a:moveTo>
                  <a:pt x="1222343" y="436626"/>
                </a:moveTo>
                <a:lnTo>
                  <a:pt x="1222343" y="873157"/>
                </a:lnTo>
                <a:cubicBezTo>
                  <a:pt x="1046226" y="873157"/>
                  <a:pt x="923639" y="687134"/>
                  <a:pt x="855631" y="436626"/>
                </a:cubicBezTo>
                <a:lnTo>
                  <a:pt x="1222343" y="436626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72156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Optional Title Slide Blue">
    <p:bg>
      <p:bgPr>
        <a:solidFill>
          <a:srgbClr val="469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A7668C5-C208-730B-570E-02D098CE9877}"/>
              </a:ext>
            </a:extLst>
          </p:cNvPr>
          <p:cNvGrpSpPr/>
          <p:nvPr userDrawn="1"/>
        </p:nvGrpSpPr>
        <p:grpSpPr>
          <a:xfrm>
            <a:off x="1" y="-8765"/>
            <a:ext cx="12192000" cy="6866765"/>
            <a:chOff x="1" y="-8765"/>
            <a:chExt cx="12192000" cy="686676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F56833D-A69A-8A38-C4C0-1EF09572313D}"/>
                </a:ext>
              </a:extLst>
            </p:cNvPr>
            <p:cNvSpPr/>
            <p:nvPr userDrawn="1"/>
          </p:nvSpPr>
          <p:spPr>
            <a:xfrm>
              <a:off x="1" y="3858221"/>
              <a:ext cx="10221103" cy="2999779"/>
            </a:xfrm>
            <a:custGeom>
              <a:avLst/>
              <a:gdLst>
                <a:gd name="connsiteX0" fmla="*/ 10221103 w 10221103"/>
                <a:gd name="connsiteY0" fmla="*/ 0 h 2999779"/>
                <a:gd name="connsiteX1" fmla="*/ 10221103 w 10221103"/>
                <a:gd name="connsiteY1" fmla="*/ 2999779 h 2999779"/>
                <a:gd name="connsiteX2" fmla="*/ 0 w 10221103"/>
                <a:gd name="connsiteY2" fmla="*/ 2999779 h 2999779"/>
                <a:gd name="connsiteX3" fmla="*/ 0 w 10221103"/>
                <a:gd name="connsiteY3" fmla="*/ 1948685 h 2999779"/>
                <a:gd name="connsiteX4" fmla="*/ 1570088 w 10221103"/>
                <a:gd name="connsiteY4" fmla="*/ 2004767 h 2999779"/>
                <a:gd name="connsiteX5" fmla="*/ 10221103 w 10221103"/>
                <a:gd name="connsiteY5" fmla="*/ 0 h 299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21103" h="2999779">
                  <a:moveTo>
                    <a:pt x="10221103" y="0"/>
                  </a:moveTo>
                  <a:lnTo>
                    <a:pt x="10221103" y="2999779"/>
                  </a:lnTo>
                  <a:lnTo>
                    <a:pt x="0" y="2999779"/>
                  </a:lnTo>
                  <a:lnTo>
                    <a:pt x="0" y="1948685"/>
                  </a:lnTo>
                  <a:cubicBezTo>
                    <a:pt x="514196" y="1985713"/>
                    <a:pt x="1038173" y="2004767"/>
                    <a:pt x="1570088" y="2004767"/>
                  </a:cubicBezTo>
                  <a:cubicBezTo>
                    <a:pt x="4937830" y="2004767"/>
                    <a:pt x="7991058" y="1240142"/>
                    <a:pt x="10221103" y="0"/>
                  </a:cubicBezTo>
                  <a:close/>
                </a:path>
              </a:pathLst>
            </a:custGeom>
            <a:solidFill>
              <a:srgbClr val="151515"/>
            </a:solidFill>
            <a:ln w="6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C632AEB-5DD5-8C36-F000-6D51E3278E9E}"/>
                </a:ext>
              </a:extLst>
            </p:cNvPr>
            <p:cNvSpPr/>
            <p:nvPr userDrawn="1"/>
          </p:nvSpPr>
          <p:spPr>
            <a:xfrm>
              <a:off x="10221104" y="-8765"/>
              <a:ext cx="1970897" cy="3866986"/>
            </a:xfrm>
            <a:custGeom>
              <a:avLst/>
              <a:gdLst>
                <a:gd name="connsiteX0" fmla="*/ 0 w 1970897"/>
                <a:gd name="connsiteY0" fmla="*/ 0 h 3866986"/>
                <a:gd name="connsiteX1" fmla="*/ 1970897 w 1970897"/>
                <a:gd name="connsiteY1" fmla="*/ 0 h 3866986"/>
                <a:gd name="connsiteX2" fmla="*/ 1970897 w 1970897"/>
                <a:gd name="connsiteY2" fmla="*/ 2244988 h 3866986"/>
                <a:gd name="connsiteX3" fmla="*/ 1861158 w 1970897"/>
                <a:gd name="connsiteY3" fmla="*/ 2383180 h 3866986"/>
                <a:gd name="connsiteX4" fmla="*/ 0 w 1970897"/>
                <a:gd name="connsiteY4" fmla="*/ 3866986 h 3866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897" h="3866986">
                  <a:moveTo>
                    <a:pt x="0" y="0"/>
                  </a:moveTo>
                  <a:lnTo>
                    <a:pt x="1970897" y="0"/>
                  </a:lnTo>
                  <a:lnTo>
                    <a:pt x="1970897" y="2244988"/>
                  </a:lnTo>
                  <a:lnTo>
                    <a:pt x="1861158" y="2383180"/>
                  </a:lnTo>
                  <a:cubicBezTo>
                    <a:pt x="1397936" y="2939572"/>
                    <a:pt x="764887" y="3441374"/>
                    <a:pt x="0" y="3866986"/>
                  </a:cubicBezTo>
                  <a:close/>
                </a:path>
              </a:pathLst>
            </a:custGeom>
            <a:solidFill>
              <a:srgbClr val="151515"/>
            </a:solidFill>
            <a:ln w="63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82C6C9-D368-DF3D-A23C-9708DDA453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125537"/>
            <a:ext cx="8737963" cy="221297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D1AA6-A05F-9E03-9207-161891E4AF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519488"/>
            <a:ext cx="6615475" cy="13081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A8047D6D-C57E-FABD-B844-D23AE579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71293" y="5757403"/>
            <a:ext cx="806350" cy="576000"/>
          </a:xfrm>
          <a:custGeom>
            <a:avLst/>
            <a:gdLst>
              <a:gd name="connsiteX0" fmla="*/ 794576 w 1222343"/>
              <a:gd name="connsiteY0" fmla="*/ 0 h 873156"/>
              <a:gd name="connsiteX1" fmla="*/ 855726 w 1222343"/>
              <a:gd name="connsiteY1" fmla="*/ 436531 h 873156"/>
              <a:gd name="connsiteX2" fmla="*/ 366808 w 1222343"/>
              <a:gd name="connsiteY2" fmla="*/ 436531 h 873156"/>
              <a:gd name="connsiteX3" fmla="*/ 427863 w 1222343"/>
              <a:gd name="connsiteY3" fmla="*/ 0 h 873156"/>
              <a:gd name="connsiteX4" fmla="*/ 794576 w 1222343"/>
              <a:gd name="connsiteY4" fmla="*/ 0 h 873156"/>
              <a:gd name="connsiteX5" fmla="*/ 0 w 1222343"/>
              <a:gd name="connsiteY5" fmla="*/ 873157 h 873156"/>
              <a:gd name="connsiteX6" fmla="*/ 366713 w 1222343"/>
              <a:gd name="connsiteY6" fmla="*/ 436626 h 873156"/>
              <a:gd name="connsiteX7" fmla="*/ 0 w 1222343"/>
              <a:gd name="connsiteY7" fmla="*/ 436626 h 873156"/>
              <a:gd name="connsiteX8" fmla="*/ 0 w 1222343"/>
              <a:gd name="connsiteY8" fmla="*/ 873157 h 873156"/>
              <a:gd name="connsiteX9" fmla="*/ 1222343 w 1222343"/>
              <a:gd name="connsiteY9" fmla="*/ 436626 h 873156"/>
              <a:gd name="connsiteX10" fmla="*/ 1222343 w 1222343"/>
              <a:gd name="connsiteY10" fmla="*/ 873157 h 873156"/>
              <a:gd name="connsiteX11" fmla="*/ 855631 w 1222343"/>
              <a:gd name="connsiteY11" fmla="*/ 436626 h 873156"/>
              <a:gd name="connsiteX12" fmla="*/ 1222343 w 1222343"/>
              <a:gd name="connsiteY12" fmla="*/ 436626 h 873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2343" h="873156">
                <a:moveTo>
                  <a:pt x="794576" y="0"/>
                </a:moveTo>
                <a:cubicBezTo>
                  <a:pt x="794576" y="151638"/>
                  <a:pt x="819531" y="303181"/>
                  <a:pt x="855726" y="436531"/>
                </a:cubicBezTo>
                <a:lnTo>
                  <a:pt x="366808" y="436531"/>
                </a:lnTo>
                <a:cubicBezTo>
                  <a:pt x="402908" y="303276"/>
                  <a:pt x="427863" y="151638"/>
                  <a:pt x="427863" y="0"/>
                </a:cubicBezTo>
                <a:lnTo>
                  <a:pt x="794576" y="0"/>
                </a:lnTo>
                <a:close/>
                <a:moveTo>
                  <a:pt x="0" y="873157"/>
                </a:moveTo>
                <a:cubicBezTo>
                  <a:pt x="176117" y="873157"/>
                  <a:pt x="298704" y="687134"/>
                  <a:pt x="366713" y="436626"/>
                </a:cubicBezTo>
                <a:lnTo>
                  <a:pt x="0" y="436626"/>
                </a:lnTo>
                <a:lnTo>
                  <a:pt x="0" y="873157"/>
                </a:lnTo>
                <a:close/>
                <a:moveTo>
                  <a:pt x="1222343" y="436626"/>
                </a:moveTo>
                <a:lnTo>
                  <a:pt x="1222343" y="873157"/>
                </a:lnTo>
                <a:cubicBezTo>
                  <a:pt x="1046226" y="873157"/>
                  <a:pt x="923639" y="687134"/>
                  <a:pt x="855631" y="436626"/>
                </a:cubicBezTo>
                <a:lnTo>
                  <a:pt x="1222343" y="436626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25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ags" Target="../tags/tag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6657C5-452E-5BE4-15E5-92694E6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681037"/>
            <a:ext cx="11471633" cy="9652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2D59B-559B-684A-F39E-212BB636B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849439"/>
            <a:ext cx="11471638" cy="3722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94B3C-EBAE-660B-83A1-AB5932D48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9515" y="6457346"/>
            <a:ext cx="432118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0DDD6A28-923B-480E-B8A6-85A074C8ED9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raphic 15">
            <a:extLst>
              <a:ext uri="{FF2B5EF4-FFF2-40B4-BE49-F238E27FC236}">
                <a16:creationId xmlns:a16="http://schemas.microsoft.com/office/drawing/2014/main" id="{44E52E68-8C7B-7F80-5E1E-33A5EF944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356825" y="6436746"/>
            <a:ext cx="866195" cy="19080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1646E64-98D6-049D-8EB0-1A660AD44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69513" y="6457346"/>
            <a:ext cx="969962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700">
                <a:solidFill>
                  <a:srgbClr val="151515"/>
                </a:solidFill>
              </a:defRPr>
            </a:lvl1pPr>
          </a:lstStyle>
          <a:p>
            <a:r>
              <a:rPr lang="en-US" dirty="0"/>
              <a:t>Strictly confidential</a:t>
            </a:r>
          </a:p>
        </p:txBody>
      </p:sp>
      <p:sp>
        <p:nvSpPr>
          <p:cNvPr id="4" name="xxLanguageTextBox">
            <a:extLst>
              <a:ext uri="{FF2B5EF4-FFF2-40B4-BE49-F238E27FC236}">
                <a16:creationId xmlns:a16="http://schemas.microsoft.com/office/drawing/2014/main" id="{63668C4B-0ABC-D519-EF2A-A0D757F9BE22}"/>
              </a:ext>
            </a:extLst>
          </p:cNvPr>
          <p:cNvSpPr/>
          <p:nvPr userDrawn="1">
            <p:custDataLst>
              <p:tags r:id="rId56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399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664" r:id="rId3"/>
    <p:sldLayoutId id="2147483665" r:id="rId4"/>
    <p:sldLayoutId id="2147483649" r:id="rId5"/>
    <p:sldLayoutId id="2147483666" r:id="rId6"/>
    <p:sldLayoutId id="2147483667" r:id="rId7"/>
    <p:sldLayoutId id="2147483668" r:id="rId8"/>
    <p:sldLayoutId id="2147483716" r:id="rId9"/>
    <p:sldLayoutId id="2147483720" r:id="rId10"/>
    <p:sldLayoutId id="2147483671" r:id="rId11"/>
    <p:sldLayoutId id="2147483704" r:id="rId12"/>
    <p:sldLayoutId id="2147483669" r:id="rId13"/>
    <p:sldLayoutId id="2147483675" r:id="rId14"/>
    <p:sldLayoutId id="2147483670" r:id="rId15"/>
    <p:sldLayoutId id="2147483676" r:id="rId16"/>
    <p:sldLayoutId id="2147483707" r:id="rId17"/>
    <p:sldLayoutId id="2147483708" r:id="rId18"/>
    <p:sldLayoutId id="2147483713" r:id="rId19"/>
    <p:sldLayoutId id="2147483709" r:id="rId20"/>
    <p:sldLayoutId id="2147483710" r:id="rId21"/>
    <p:sldLayoutId id="2147483711" r:id="rId22"/>
    <p:sldLayoutId id="2147483684" r:id="rId23"/>
    <p:sldLayoutId id="2147483683" r:id="rId24"/>
    <p:sldLayoutId id="2147483681" r:id="rId25"/>
    <p:sldLayoutId id="2147483714" r:id="rId26"/>
    <p:sldLayoutId id="2147483652" r:id="rId27"/>
    <p:sldLayoutId id="2147483680" r:id="rId28"/>
    <p:sldLayoutId id="2147483679" r:id="rId29"/>
    <p:sldLayoutId id="2147483705" r:id="rId30"/>
    <p:sldLayoutId id="2147483685" r:id="rId31"/>
    <p:sldLayoutId id="2147483686" r:id="rId32"/>
    <p:sldLayoutId id="2147483687" r:id="rId33"/>
    <p:sldLayoutId id="2147483688" r:id="rId34"/>
    <p:sldLayoutId id="2147483689" r:id="rId35"/>
    <p:sldLayoutId id="2147483690" r:id="rId36"/>
    <p:sldLayoutId id="2147483691" r:id="rId37"/>
    <p:sldLayoutId id="2147483692" r:id="rId38"/>
    <p:sldLayoutId id="2147483695" r:id="rId39"/>
    <p:sldLayoutId id="2147483694" r:id="rId40"/>
    <p:sldLayoutId id="2147483693" r:id="rId41"/>
    <p:sldLayoutId id="2147483712" r:id="rId42"/>
    <p:sldLayoutId id="2147483717" r:id="rId43"/>
    <p:sldLayoutId id="2147483718" r:id="rId44"/>
    <p:sldLayoutId id="2147483719" r:id="rId45"/>
    <p:sldLayoutId id="2147483697" r:id="rId46"/>
    <p:sldLayoutId id="2147483698" r:id="rId47"/>
    <p:sldLayoutId id="2147483696" r:id="rId48"/>
    <p:sldLayoutId id="2147483703" r:id="rId49"/>
    <p:sldLayoutId id="2147483699" r:id="rId50"/>
    <p:sldLayoutId id="2147483700" r:id="rId51"/>
    <p:sldLayoutId id="2147483672" r:id="rId52"/>
    <p:sldLayoutId id="2147483673" r:id="rId53"/>
    <p:sldLayoutId id="2147483674" r:id="rId5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600"/>
        </a:spcBef>
        <a:buSzPct val="11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88000" indent="-14400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14400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00" indent="-14400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4400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D7D31"/>
          </p15:clr>
        </p15:guide>
        <p15:guide id="2" pos="7680" userDrawn="1">
          <p15:clr>
            <a:srgbClr val="ED7D31"/>
          </p15:clr>
        </p15:guide>
        <p15:guide id="3" pos="226" userDrawn="1">
          <p15:clr>
            <a:srgbClr val="ED7D31"/>
          </p15:clr>
        </p15:guide>
        <p15:guide id="4" pos="725" userDrawn="1">
          <p15:clr>
            <a:srgbClr val="ED7D31"/>
          </p15:clr>
        </p15:guide>
        <p15:guide id="5" pos="838" userDrawn="1">
          <p15:clr>
            <a:srgbClr val="ED7D31"/>
          </p15:clr>
        </p15:guide>
        <p15:guide id="6" pos="1336" userDrawn="1">
          <p15:clr>
            <a:srgbClr val="ED7D31"/>
          </p15:clr>
        </p15:guide>
        <p15:guide id="7" pos="1450" userDrawn="1">
          <p15:clr>
            <a:srgbClr val="ED7D31"/>
          </p15:clr>
        </p15:guide>
        <p15:guide id="8" pos="1948" userDrawn="1">
          <p15:clr>
            <a:srgbClr val="ED7D31"/>
          </p15:clr>
        </p15:guide>
        <p15:guide id="9" pos="2061" userDrawn="1">
          <p15:clr>
            <a:srgbClr val="ED7D31"/>
          </p15:clr>
        </p15:guide>
        <p15:guide id="10" pos="2560" userDrawn="1">
          <p15:clr>
            <a:srgbClr val="ED7D31"/>
          </p15:clr>
        </p15:guide>
        <p15:guide id="11" pos="2673" userDrawn="1">
          <p15:clr>
            <a:srgbClr val="ED7D31"/>
          </p15:clr>
        </p15:guide>
        <p15:guide id="12" pos="3171" userDrawn="1">
          <p15:clr>
            <a:srgbClr val="ED7D31"/>
          </p15:clr>
        </p15:guide>
        <p15:guide id="13" pos="3285" userDrawn="1">
          <p15:clr>
            <a:srgbClr val="ED7D31"/>
          </p15:clr>
        </p15:guide>
        <p15:guide id="14" pos="3783" userDrawn="1">
          <p15:clr>
            <a:srgbClr val="ED7D31"/>
          </p15:clr>
        </p15:guide>
        <p15:guide id="15" pos="3896" userDrawn="1">
          <p15:clr>
            <a:srgbClr val="ED7D31"/>
          </p15:clr>
        </p15:guide>
        <p15:guide id="16" pos="4394" userDrawn="1">
          <p15:clr>
            <a:srgbClr val="ED7D31"/>
          </p15:clr>
        </p15:guide>
        <p15:guide id="17" pos="4508" userDrawn="1">
          <p15:clr>
            <a:srgbClr val="ED7D31"/>
          </p15:clr>
        </p15:guide>
        <p15:guide id="18" pos="5006" userDrawn="1">
          <p15:clr>
            <a:srgbClr val="ED7D31"/>
          </p15:clr>
        </p15:guide>
        <p15:guide id="19" pos="5120" userDrawn="1">
          <p15:clr>
            <a:srgbClr val="ED7D31"/>
          </p15:clr>
        </p15:guide>
        <p15:guide id="20" pos="5618" userDrawn="1">
          <p15:clr>
            <a:srgbClr val="ED7D31"/>
          </p15:clr>
        </p15:guide>
        <p15:guide id="21" pos="5731" userDrawn="1">
          <p15:clr>
            <a:srgbClr val="ED7D31"/>
          </p15:clr>
        </p15:guide>
        <p15:guide id="22" pos="6229" userDrawn="1">
          <p15:clr>
            <a:srgbClr val="ED7D31"/>
          </p15:clr>
        </p15:guide>
        <p15:guide id="23" pos="6343" userDrawn="1">
          <p15:clr>
            <a:srgbClr val="ED7D31"/>
          </p15:clr>
        </p15:guide>
        <p15:guide id="24" pos="6841" userDrawn="1">
          <p15:clr>
            <a:srgbClr val="ED7D31"/>
          </p15:clr>
        </p15:guide>
        <p15:guide id="25" pos="6954" userDrawn="1">
          <p15:clr>
            <a:srgbClr val="ED7D31"/>
          </p15:clr>
        </p15:guide>
        <p15:guide id="26" pos="7453" userDrawn="1">
          <p15:clr>
            <a:srgbClr val="ED7D31"/>
          </p15:clr>
        </p15:guide>
        <p15:guide id="27" orient="horz" userDrawn="1">
          <p15:clr>
            <a:srgbClr val="ED7D31"/>
          </p15:clr>
        </p15:guide>
        <p15:guide id="28" orient="horz" pos="4315" userDrawn="1">
          <p15:clr>
            <a:srgbClr val="ED7D31"/>
          </p15:clr>
        </p15:guide>
        <p15:guide id="29" orient="horz" pos="226" userDrawn="1">
          <p15:clr>
            <a:srgbClr val="ED7D31"/>
          </p15:clr>
        </p15:guide>
        <p15:guide id="30" orient="horz" pos="709" userDrawn="1">
          <p15:clr>
            <a:srgbClr val="ED7D31"/>
          </p15:clr>
        </p15:guide>
        <p15:guide id="31" orient="horz" pos="1165" userDrawn="1">
          <p15:clr>
            <a:srgbClr val="ED7D31"/>
          </p15:clr>
        </p15:guide>
        <p15:guide id="32" orient="horz" pos="1634" userDrawn="1">
          <p15:clr>
            <a:srgbClr val="ED7D31"/>
          </p15:clr>
        </p15:guide>
        <p15:guide id="33" orient="horz" pos="2101" userDrawn="1">
          <p15:clr>
            <a:srgbClr val="ED7D31"/>
          </p15:clr>
        </p15:guide>
        <p15:guide id="34" orient="horz" pos="2572" userDrawn="1">
          <p15:clr>
            <a:srgbClr val="ED7D31"/>
          </p15:clr>
        </p15:guide>
        <p15:guide id="35" orient="horz" pos="3041" userDrawn="1">
          <p15:clr>
            <a:srgbClr val="ED7D31"/>
          </p15:clr>
        </p15:guide>
        <p15:guide id="36" orient="horz" pos="3510" userDrawn="1">
          <p15:clr>
            <a:srgbClr val="ED7D31"/>
          </p15:clr>
        </p15:guide>
        <p15:guide id="37" orient="horz" pos="3997" userDrawn="1">
          <p15:clr>
            <a:srgbClr val="ED7D31"/>
          </p15:clr>
        </p15:guide>
        <p15:guide id="38" orient="horz" pos="1314" userDrawn="1">
          <p15:clr>
            <a:srgbClr val="F26B43"/>
          </p15:clr>
        </p15:guide>
        <p15:guide id="39" orient="horz" pos="38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4/relationships/chartEx" Target="../charts/chartEx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4/relationships/chartEx" Target="../charts/chartEx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8.emf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4D1DCB-062F-C914-5608-3038260F51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Budget Forecast</a:t>
            </a:r>
            <a:br>
              <a:rPr lang="en-US" dirty="0"/>
            </a:br>
            <a:r>
              <a:rPr lang="en-US" sz="4800" dirty="0"/>
              <a:t>Roads – Rail – Ponds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DFEC8C1-614E-B5A8-0572-E31B83C293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2026 April 22</a:t>
            </a:r>
          </a:p>
          <a:p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r>
              <a:rPr lang="en-US" dirty="0"/>
              <a:t>PM Roger Campbell</a:t>
            </a:r>
          </a:p>
        </p:txBody>
      </p:sp>
    </p:spTree>
    <p:extLst>
      <p:ext uri="{BB962C8B-B14F-4D97-AF65-F5344CB8AC3E}">
        <p14:creationId xmlns:p14="http://schemas.microsoft.com/office/powerpoint/2010/main" val="4106827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A61E348-DAD6-77B6-F570-3501D13CD5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Budget Forecast</a:t>
            </a:r>
            <a:endParaRPr lang="en-SE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7D973F30-E712-EB9C-54B6-F289DB0A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Roads</a:t>
            </a:r>
            <a:endParaRPr lang="en-SE" dirty="0"/>
          </a:p>
        </p:txBody>
      </p:sp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27" name="Content Placeholder 26">
                <a:extLst>
                  <a:ext uri="{FF2B5EF4-FFF2-40B4-BE49-F238E27FC236}">
                    <a16:creationId xmlns:a16="http://schemas.microsoft.com/office/drawing/2014/main" id="{9E0B6897-EFC0-317D-B7F1-965DDA3C8087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4148488466"/>
                  </p:ext>
                </p:extLst>
              </p:nvPr>
            </p:nvGraphicFramePr>
            <p:xfrm>
              <a:off x="358775" y="1646238"/>
              <a:ext cx="5651500" cy="462866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7" name="Content Placeholder 26">
                <a:extLst>
                  <a:ext uri="{FF2B5EF4-FFF2-40B4-BE49-F238E27FC236}">
                    <a16:creationId xmlns:a16="http://schemas.microsoft.com/office/drawing/2014/main" id="{9E0B6897-EFC0-317D-B7F1-965DDA3C808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775" y="1646238"/>
                <a:ext cx="5651500" cy="4628665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AF0FAB6E-9A0D-B920-FC98-CF0735643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1426" y="791473"/>
            <a:ext cx="5648400" cy="5554273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Budget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Vulnerabilities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SoW</a:t>
            </a:r>
          </a:p>
          <a:p>
            <a:r>
              <a:rPr lang="en-US" sz="1200" dirty="0"/>
              <a:t>Length ≈16 km (load classes BK4, IHT180, IHT330)</a:t>
            </a:r>
          </a:p>
          <a:p>
            <a:r>
              <a:rPr lang="en-US" sz="1200" dirty="0"/>
              <a:t>Structural layers ≈300k m</a:t>
            </a:r>
            <a:r>
              <a:rPr lang="en-US" sz="1200" baseline="30000" dirty="0"/>
              <a:t>3</a:t>
            </a:r>
          </a:p>
          <a:p>
            <a:r>
              <a:rPr lang="en-US" sz="1200" dirty="0"/>
              <a:t>Concrete roads ≈12k m</a:t>
            </a:r>
            <a:r>
              <a:rPr lang="en-US" sz="1200" baseline="30000" dirty="0"/>
              <a:t>2</a:t>
            </a:r>
          </a:p>
          <a:p>
            <a:r>
              <a:rPr lang="en-US" sz="1200" dirty="0" err="1"/>
              <a:t>Walkpaths</a:t>
            </a:r>
            <a:r>
              <a:rPr lang="en-US" sz="1200" dirty="0"/>
              <a:t> + </a:t>
            </a:r>
            <a:r>
              <a:rPr lang="en-US" sz="1200" dirty="0" err="1"/>
              <a:t>Bikepaths</a:t>
            </a:r>
            <a:r>
              <a:rPr lang="en-US" sz="1200" dirty="0"/>
              <a:t> + Lightning + Signals + EV chargers + Bus stops + Parking lot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6B944-13AF-C641-E5CB-3F2641CF00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DDD6A28-923B-480E-B8A6-85A074C8ED9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9" name="Subtitle 38">
            <a:extLst>
              <a:ext uri="{FF2B5EF4-FFF2-40B4-BE49-F238E27FC236}">
                <a16:creationId xmlns:a16="http://schemas.microsoft.com/office/drawing/2014/main" id="{27C22B35-FE7B-1942-163A-E30A373B384A}"/>
              </a:ext>
            </a:extLst>
          </p:cNvPr>
          <p:cNvSpPr>
            <a:spLocks noGrp="1"/>
          </p:cNvSpPr>
          <p:nvPr>
            <p:ph type="subTitle" idx="16"/>
          </p:nvPr>
        </p:nvSpPr>
        <p:spPr>
          <a:xfrm>
            <a:off x="1530626" y="6345746"/>
            <a:ext cx="8304904" cy="255600"/>
          </a:xfrm>
        </p:spPr>
        <p:txBody>
          <a:bodyPr/>
          <a:lstStyle/>
          <a:p>
            <a:r>
              <a:rPr lang="en-US" dirty="0"/>
              <a:t>* Value Engineering ongoing</a:t>
            </a:r>
          </a:p>
          <a:p>
            <a:endParaRPr lang="en-US" dirty="0"/>
          </a:p>
          <a:p>
            <a:r>
              <a:rPr lang="en-US" i="1" u="sng" dirty="0"/>
              <a:t>Source</a:t>
            </a:r>
            <a:r>
              <a:rPr lang="en-US" i="1" dirty="0"/>
              <a:t>: BOP Monthly cost report March 2026</a:t>
            </a:r>
            <a:endParaRPr lang="en-SE" i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C209A0-F410-BFF6-BB3F-1FB33CB689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pic>
        <p:nvPicPr>
          <p:cNvPr id="42" name="Content Placeholder 30">
            <a:extLst>
              <a:ext uri="{FF2B5EF4-FFF2-40B4-BE49-F238E27FC236}">
                <a16:creationId xmlns:a16="http://schemas.microsoft.com/office/drawing/2014/main" id="{5BAE2720-F367-E37B-E61A-53C15646B4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8" t="1770" r="50220"/>
          <a:stretch>
            <a:fillRect/>
          </a:stretch>
        </p:blipFill>
        <p:spPr>
          <a:xfrm>
            <a:off x="6181228" y="2166730"/>
            <a:ext cx="5772234" cy="233632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9ABF1A6-2ADE-E274-AD1A-3900621DB1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228" y="1038590"/>
            <a:ext cx="5856720" cy="824671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84C1F2AB-88D5-A5F1-D4B2-6EE90E65E2F0}"/>
              </a:ext>
            </a:extLst>
          </p:cNvPr>
          <p:cNvSpPr/>
          <p:nvPr/>
        </p:nvSpPr>
        <p:spPr>
          <a:xfrm>
            <a:off x="7467600" y="1252331"/>
            <a:ext cx="1325217" cy="50434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EE6730-6320-6162-524E-8F8200929AB4}"/>
              </a:ext>
            </a:extLst>
          </p:cNvPr>
          <p:cNvSpPr txBox="1"/>
          <p:nvPr/>
        </p:nvSpPr>
        <p:spPr>
          <a:xfrm>
            <a:off x="7007086" y="96324"/>
            <a:ext cx="2246244" cy="54580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 dirty="0"/>
              <a:t>Only asphalt considered in the budget</a:t>
            </a:r>
            <a:endParaRPr lang="en-SE" sz="1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36DFE61-A4FA-0A6F-5E73-E21ED579A46D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>
            <a:off x="8130208" y="642129"/>
            <a:ext cx="1" cy="61020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756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EC4E0-801D-AB19-DD32-E9D253992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77EB96E4-00D9-03C8-1D14-7BEEC97656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Budget Forecast</a:t>
            </a:r>
            <a:endParaRPr lang="en-SE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B9634CE7-F091-AFB3-5BFD-41801812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Rail</a:t>
            </a:r>
            <a:endParaRPr lang="en-SE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7" name="Content Placeholder 26">
                <a:extLst>
                  <a:ext uri="{FF2B5EF4-FFF2-40B4-BE49-F238E27FC236}">
                    <a16:creationId xmlns:a16="http://schemas.microsoft.com/office/drawing/2014/main" id="{F9436768-BCA3-4ACC-1DFD-57BA8F355EC1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1451080855"/>
                  </p:ext>
                </p:extLst>
              </p:nvPr>
            </p:nvGraphicFramePr>
            <p:xfrm>
              <a:off x="358775" y="1646238"/>
              <a:ext cx="5651500" cy="462866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7" name="Content Placeholder 26">
                <a:extLst>
                  <a:ext uri="{FF2B5EF4-FFF2-40B4-BE49-F238E27FC236}">
                    <a16:creationId xmlns:a16="http://schemas.microsoft.com/office/drawing/2014/main" id="{F9436768-BCA3-4ACC-1DFD-57BA8F355E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775" y="1646238"/>
                <a:ext cx="5651500" cy="4628665"/>
              </a:xfrm>
              <a:prstGeom prst="rect">
                <a:avLst/>
              </a:prstGeom>
            </p:spPr>
          </p:pic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87AC3-9149-EC06-52F1-4FAB317AF0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DDD6A28-923B-480E-B8A6-85A074C8ED9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9" name="Subtitle 38">
            <a:extLst>
              <a:ext uri="{FF2B5EF4-FFF2-40B4-BE49-F238E27FC236}">
                <a16:creationId xmlns:a16="http://schemas.microsoft.com/office/drawing/2014/main" id="{2777EDA4-344B-3330-4500-48C5F96655D7}"/>
              </a:ext>
            </a:extLst>
          </p:cNvPr>
          <p:cNvSpPr>
            <a:spLocks noGrp="1"/>
          </p:cNvSpPr>
          <p:nvPr>
            <p:ph type="subTitle" idx="16"/>
          </p:nvPr>
        </p:nvSpPr>
        <p:spPr>
          <a:xfrm>
            <a:off x="1530626" y="6345746"/>
            <a:ext cx="8304904" cy="255600"/>
          </a:xfrm>
        </p:spPr>
        <p:txBody>
          <a:bodyPr/>
          <a:lstStyle/>
          <a:p>
            <a:r>
              <a:rPr lang="en-US" dirty="0"/>
              <a:t>* 18m€ GWs legacy work without information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i="1" u="sng" dirty="0"/>
              <a:t>Source</a:t>
            </a:r>
            <a:r>
              <a:rPr lang="en-US" i="1" dirty="0"/>
              <a:t>: BOP Monthly cost report March 2026</a:t>
            </a:r>
            <a:endParaRPr lang="en-SE" i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8F56FF-9465-79EE-BE3C-61A86FDD44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88CC9D-9C8B-F4E4-90A6-56B6FF0F7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7" y="2484258"/>
            <a:ext cx="5937184" cy="3385501"/>
          </a:xfrm>
          <a:prstGeom prst="rect">
            <a:avLst/>
          </a:prstGeom>
        </p:spPr>
      </p:pic>
      <p:sp>
        <p:nvSpPr>
          <p:cNvPr id="7" name="Content Placeholder 37">
            <a:extLst>
              <a:ext uri="{FF2B5EF4-FFF2-40B4-BE49-F238E27FC236}">
                <a16:creationId xmlns:a16="http://schemas.microsoft.com/office/drawing/2014/main" id="{775EE562-6655-E8BC-C876-2BBFF2D14284}"/>
              </a:ext>
            </a:extLst>
          </p:cNvPr>
          <p:cNvSpPr txBox="1">
            <a:spLocks/>
          </p:cNvSpPr>
          <p:nvPr/>
        </p:nvSpPr>
        <p:spPr>
          <a:xfrm>
            <a:off x="6184800" y="791473"/>
            <a:ext cx="5648400" cy="555427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44000" indent="-14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144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76000" indent="-144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44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Budget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Vulnerabilities &amp; Opportunities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SE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206377-B4F7-6003-C4DB-E0E8A35538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7" y="990948"/>
            <a:ext cx="5353878" cy="9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86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499C9-B4EC-D52D-B19A-AE0F4FBB7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289D627-AC0C-2B07-D23C-7B7185F3F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Budget Forecast</a:t>
            </a:r>
            <a:endParaRPr lang="en-SE" dirty="0"/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2C2A4348-B9B7-479E-78EB-FBC9AFCE4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Ponds</a:t>
            </a:r>
            <a:endParaRPr lang="en-SE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7" name="Content Placeholder 26">
                <a:extLst>
                  <a:ext uri="{FF2B5EF4-FFF2-40B4-BE49-F238E27FC236}">
                    <a16:creationId xmlns:a16="http://schemas.microsoft.com/office/drawing/2014/main" id="{81CF682A-F720-152D-A486-F83D07E9C259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2536373"/>
                  </p:ext>
                </p:extLst>
              </p:nvPr>
            </p:nvGraphicFramePr>
            <p:xfrm>
              <a:off x="358775" y="1646238"/>
              <a:ext cx="5651500" cy="462866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7" name="Content Placeholder 26">
                <a:extLst>
                  <a:ext uri="{FF2B5EF4-FFF2-40B4-BE49-F238E27FC236}">
                    <a16:creationId xmlns:a16="http://schemas.microsoft.com/office/drawing/2014/main" id="{81CF682A-F720-152D-A486-F83D07E9C2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775" y="1646238"/>
                <a:ext cx="5651500" cy="4628665"/>
              </a:xfrm>
              <a:prstGeom prst="rect">
                <a:avLst/>
              </a:prstGeom>
            </p:spPr>
          </p:pic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71D0C-6DD9-3080-4686-B4D0CA39E7F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DDD6A28-923B-480E-B8A6-85A074C8ED9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9" name="Subtitle 38">
            <a:extLst>
              <a:ext uri="{FF2B5EF4-FFF2-40B4-BE49-F238E27FC236}">
                <a16:creationId xmlns:a16="http://schemas.microsoft.com/office/drawing/2014/main" id="{4A783F67-C11A-F7EE-5BCA-A55A04FD3084}"/>
              </a:ext>
            </a:extLst>
          </p:cNvPr>
          <p:cNvSpPr>
            <a:spLocks noGrp="1"/>
          </p:cNvSpPr>
          <p:nvPr>
            <p:ph type="subTitle" idx="16"/>
          </p:nvPr>
        </p:nvSpPr>
        <p:spPr>
          <a:xfrm>
            <a:off x="1530626" y="6345746"/>
            <a:ext cx="8304904" cy="255600"/>
          </a:xfrm>
        </p:spPr>
        <p:txBody>
          <a:bodyPr/>
          <a:lstStyle/>
          <a:p>
            <a:r>
              <a:rPr lang="en-US" i="1" u="sng" dirty="0"/>
              <a:t>Source</a:t>
            </a:r>
            <a:r>
              <a:rPr lang="en-US" i="1" dirty="0"/>
              <a:t>: BOP Monthly cost report March 2026</a:t>
            </a:r>
            <a:endParaRPr lang="en-SE" i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B583EB-8A3F-3618-9A97-F05001A4E5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Strictly confidential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CEB079-D924-2C86-268F-2ECFA17FE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7" y="1010539"/>
            <a:ext cx="5843199" cy="1211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98D4FF-DEE8-0564-0598-F0392C40B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7" y="2468314"/>
            <a:ext cx="5843199" cy="603105"/>
          </a:xfrm>
          <a:prstGeom prst="rect">
            <a:avLst/>
          </a:prstGeom>
        </p:spPr>
      </p:pic>
      <p:sp>
        <p:nvSpPr>
          <p:cNvPr id="10" name="Content Placeholder 37">
            <a:extLst>
              <a:ext uri="{FF2B5EF4-FFF2-40B4-BE49-F238E27FC236}">
                <a16:creationId xmlns:a16="http://schemas.microsoft.com/office/drawing/2014/main" id="{760F68C4-A327-D32F-31A8-EFA15D80CDBD}"/>
              </a:ext>
            </a:extLst>
          </p:cNvPr>
          <p:cNvSpPr txBox="1">
            <a:spLocks/>
          </p:cNvSpPr>
          <p:nvPr/>
        </p:nvSpPr>
        <p:spPr>
          <a:xfrm>
            <a:off x="6184800" y="791473"/>
            <a:ext cx="5648400" cy="54834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44000" indent="-14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0" indent="-144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144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76000" indent="-144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44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Budget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/>
              <a:t>Vulnerabilities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747673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LANGUAGETEXTBOX" val="English US"/>
</p:tagLst>
</file>

<file path=ppt/theme/theme1.xml><?xml version="1.0" encoding="utf-8"?>
<a:theme xmlns:a="http://schemas.openxmlformats.org/drawingml/2006/main" name="Stegra">
  <a:themeElements>
    <a:clrScheme name="Stegra ny">
      <a:dk1>
        <a:srgbClr val="151515"/>
      </a:dk1>
      <a:lt1>
        <a:srgbClr val="FFFFFF"/>
      </a:lt1>
      <a:dk2>
        <a:srgbClr val="454545"/>
      </a:dk2>
      <a:lt2>
        <a:srgbClr val="F1F1F1"/>
      </a:lt2>
      <a:accent1>
        <a:srgbClr val="DCDCDC"/>
      </a:accent1>
      <a:accent2>
        <a:srgbClr val="E2C8FF"/>
      </a:accent2>
      <a:accent3>
        <a:srgbClr val="D782FF"/>
      </a:accent3>
      <a:accent4>
        <a:srgbClr val="640096"/>
      </a:accent4>
      <a:accent5>
        <a:srgbClr val="00C86E"/>
      </a:accent5>
      <a:accent6>
        <a:srgbClr val="4696FF"/>
      </a:accent6>
      <a:hlink>
        <a:srgbClr val="0563C1"/>
      </a:hlink>
      <a:folHlink>
        <a:srgbClr val="640096"/>
      </a:folHlink>
    </a:clrScheme>
    <a:fontScheme name="H2GS">
      <a:majorFont>
        <a:latin typeface="ReformativeDisplayOffc"/>
        <a:ea typeface=""/>
        <a:cs typeface=""/>
      </a:majorFont>
      <a:minorFont>
        <a:latin typeface="ReformativeOff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smtClean="0"/>
        </a:defPPr>
      </a:lstStyle>
    </a:txDef>
  </a:objectDefaults>
  <a:extraClrSchemeLst/>
  <a:custClrLst>
    <a:custClr name="Stegra Light green">
      <a:srgbClr val="DCF5E6"/>
    </a:custClr>
    <a:custClr name="Stegra Dark green">
      <a:srgbClr val="007341"/>
    </a:custClr>
    <a:custClr name="Stegra Yellow">
      <a:srgbClr val="F7B500"/>
    </a:custClr>
    <a:custClr name="Stegra Red">
      <a:srgbClr val="FF6441"/>
    </a:custClr>
    <a:custClr name="Stegra Dark red">
      <a:srgbClr val="C80000"/>
    </a:custClr>
  </a:custClrLst>
  <a:extLst>
    <a:ext uri="{05A4C25C-085E-4340-85A3-A5531E510DB2}">
      <thm15:themeFamily xmlns:thm15="http://schemas.microsoft.com/office/thememl/2012/main" name="Stegra_PPT_template.potx" id="{6AFE2C34-11BD-452D-9596-EFAD5DBC67A0}" vid="{45D34974-F3EC-4657-AC71-BA552F93D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BD966BC461E346BD23B347A964D1E3" ma:contentTypeVersion="4" ma:contentTypeDescription="Create a new document." ma:contentTypeScope="" ma:versionID="3d2449f453b43870e8a5cc064771d06a">
  <xsd:schema xmlns:xsd="http://www.w3.org/2001/XMLSchema" xmlns:xs="http://www.w3.org/2001/XMLSchema" xmlns:p="http://schemas.microsoft.com/office/2006/metadata/properties" xmlns:ns2="022e7977-0acb-4f9d-ac13-7b9dd3a27a77" targetNamespace="http://schemas.microsoft.com/office/2006/metadata/properties" ma:root="true" ma:fieldsID="1ff3074dd2b0f1568a5a0fcf291c4f65" ns2:_="">
    <xsd:import namespace="022e7977-0acb-4f9d-ac13-7b9dd3a27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e7977-0acb-4f9d-ac13-7b9dd3a27a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933D8F-ABE8-48B7-A955-5F4B9C8841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006CAF-A660-4B5A-9FB1-27C6805401B8}">
  <ds:schemaRefs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022e7977-0acb-4f9d-ac13-7b9dd3a27a77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336AC44-1D3D-4AC2-A7AF-2EB4BDD236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2e7977-0acb-4f9d-ac13-7b9dd3a27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Stegra PPT template</Template>
  <TotalTime>298</TotalTime>
  <Words>126</Words>
  <Application>Microsoft Office PowerPoint</Application>
  <PresentationFormat>Widescreen</PresentationFormat>
  <Paragraphs>74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ReformativeDisplayOffc</vt:lpstr>
      <vt:lpstr>ReformativeOffc</vt:lpstr>
      <vt:lpstr>Stegra</vt:lpstr>
      <vt:lpstr>Budget Forecast Roads – Rail – Ponds</vt:lpstr>
      <vt:lpstr>Roads</vt:lpstr>
      <vt:lpstr>Rail</vt:lpstr>
      <vt:lpstr>Ponds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Roger Campbell</dc:creator>
  <cp:lastModifiedBy>Roger Campbell</cp:lastModifiedBy>
  <cp:revision>1</cp:revision>
  <cp:lastPrinted>2026-04-22T10:11:55Z</cp:lastPrinted>
  <dcterms:created xsi:type="dcterms:W3CDTF">2026-04-22T08:34:16Z</dcterms:created>
  <dcterms:modified xsi:type="dcterms:W3CDTF">2026-04-29T09:17:03Z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0x01010035BD966BC461E346BD23B347A964D1E3</vt:lpwstr>
  </property>
</Properties>
</file>